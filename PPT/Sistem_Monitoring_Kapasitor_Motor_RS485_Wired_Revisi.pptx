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23.xml" ContentType="application/vnd.openxmlformats-officedocument.presentationml.tags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bookmarkIdSeed="3">
  <p:sldMasterIdLst>
    <p:sldMasterId id="2147483648" r:id="rId4"/>
  </p:sldMasterIdLst>
  <p:notesMasterIdLst>
    <p:notesMasterId r:id="rId26"/>
  </p:notesMasterIdLst>
  <p:handoutMasterIdLst>
    <p:handoutMasterId r:id="rId27"/>
  </p:handoutMasterIdLst>
  <p:sldIdLst>
    <p:sldId id="2146846689" r:id="rId5"/>
    <p:sldId id="2146846690" r:id="rId6"/>
    <p:sldId id="2146846691" r:id="rId7"/>
    <p:sldId id="2146846692" r:id="rId8"/>
    <p:sldId id="2146846702" r:id="rId9"/>
    <p:sldId id="2146846693" r:id="rId10"/>
    <p:sldId id="2146846703" r:id="rId11"/>
    <p:sldId id="2146846694" r:id="rId12"/>
    <p:sldId id="2146846704" r:id="rId13"/>
    <p:sldId id="2146846695" r:id="rId14"/>
    <p:sldId id="2146846705" r:id="rId15"/>
    <p:sldId id="2146846696" r:id="rId16"/>
    <p:sldId id="2146846706" r:id="rId17"/>
    <p:sldId id="2146846697" r:id="rId18"/>
    <p:sldId id="2146846710" r:id="rId19"/>
    <p:sldId id="2146846707" r:id="rId20"/>
    <p:sldId id="2146846700" r:id="rId21"/>
    <p:sldId id="2146846698" r:id="rId22"/>
    <p:sldId id="2146846709" r:id="rId23"/>
    <p:sldId id="2146846708" r:id="rId24"/>
    <p:sldId id="2146846699" r:id="rId25"/>
  </p:sldIdLst>
  <p:sldSz cx="9144000" cy="5143500" type="screen16x9"/>
  <p:notesSz cx="6797675" cy="9926638"/>
  <p:embeddedFontLst>
    <p:embeddedFont>
      <p:font typeface="Bekaert Headline" panose="020B0604020202020204" charset="0"/>
      <p:regular r:id="rId28"/>
      <p:bold r:id="rId29"/>
    </p:embeddedFont>
    <p:embeddedFont>
      <p:font typeface="Bekaert Text" panose="020B0604020202020204" charset="0"/>
      <p:regular r:id="rId30"/>
      <p:bold r:id="rId31"/>
      <p:italic r:id="rId32"/>
      <p:boldItalic r:id="rId33"/>
    </p:embeddedFont>
  </p:embeddedFontLst>
  <p:custDataLst>
    <p:tags r:id="rId34"/>
  </p:custDataLst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lides" id="{E25E443A-8AC0-6F49-B7E2-D1705C57DFD4}">
          <p14:sldIdLst>
            <p14:sldId id="2146846689"/>
            <p14:sldId id="2146846690"/>
            <p14:sldId id="2146846691"/>
            <p14:sldId id="2146846692"/>
            <p14:sldId id="2146846702"/>
            <p14:sldId id="2146846693"/>
            <p14:sldId id="2146846703"/>
            <p14:sldId id="2146846694"/>
            <p14:sldId id="2146846704"/>
            <p14:sldId id="2146846695"/>
            <p14:sldId id="2146846705"/>
            <p14:sldId id="2146846696"/>
            <p14:sldId id="2146846706"/>
            <p14:sldId id="2146846697"/>
            <p14:sldId id="2146846710"/>
            <p14:sldId id="2146846707"/>
            <p14:sldId id="2146846700"/>
            <p14:sldId id="2146846698"/>
            <p14:sldId id="2146846709"/>
            <p14:sldId id="2146846708"/>
            <p14:sldId id="214684669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02C"/>
    <a:srgbClr val="F5F3F2"/>
    <a:srgbClr val="D7D2CB"/>
    <a:srgbClr val="FF4E09"/>
    <a:srgbClr val="000000"/>
    <a:srgbClr val="FF602B"/>
    <a:srgbClr val="D7D2CC"/>
    <a:srgbClr val="FBF9FB"/>
    <a:srgbClr val="FFFFFF"/>
    <a:srgbClr val="F6F4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FD0F851-EC5A-4D38-B0AD-8093EC10F338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388" autoAdjust="0"/>
  </p:normalViewPr>
  <p:slideViewPr>
    <p:cSldViewPr snapToGrid="0">
      <p:cViewPr varScale="1">
        <p:scale>
          <a:sx n="117" d="100"/>
          <a:sy n="117" d="100"/>
        </p:scale>
        <p:origin x="466" y="8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9" Type="http://schemas.microsoft.com/office/2016/11/relationships/changesInfo" Target="changesInfos/changesInfo1.xml"/><Relationship Id="rId21" Type="http://schemas.openxmlformats.org/officeDocument/2006/relationships/slide" Target="slides/slide17.xml"/><Relationship Id="rId34" Type="http://schemas.openxmlformats.org/officeDocument/2006/relationships/tags" Target="tags/tag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6.fntdata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2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5.fntdata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1.fntdata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font" Target="fonts/font3.fntdata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e Suhendar" userId="009bf0aa-8907-4b89-bd90-2f097e0bba28" providerId="ADAL" clId="{FD6B5831-0885-4FE4-B9B2-E0A44A5D1EAC}"/>
    <pc:docChg chg="delSld modSection">
      <pc:chgData name="Ade Suhendar" userId="009bf0aa-8907-4b89-bd90-2f097e0bba28" providerId="ADAL" clId="{FD6B5831-0885-4FE4-B9B2-E0A44A5D1EAC}" dt="2026-07-08T07:32:05.567" v="1" actId="47"/>
      <pc:docMkLst>
        <pc:docMk/>
      </pc:docMkLst>
      <pc:sldChg chg="del">
        <pc:chgData name="Ade Suhendar" userId="009bf0aa-8907-4b89-bd90-2f097e0bba28" providerId="ADAL" clId="{FD6B5831-0885-4FE4-B9B2-E0A44A5D1EAC}" dt="2026-07-08T07:32:05.567" v="1" actId="47"/>
        <pc:sldMkLst>
          <pc:docMk/>
          <pc:sldMk cId="2286968569" sldId="2146846757"/>
        </pc:sldMkLst>
      </pc:sldChg>
      <pc:sldChg chg="del">
        <pc:chgData name="Ade Suhendar" userId="009bf0aa-8907-4b89-bd90-2f097e0bba28" providerId="ADAL" clId="{FD6B5831-0885-4FE4-B9B2-E0A44A5D1EAC}" dt="2026-07-08T07:32:05.567" v="1" actId="47"/>
        <pc:sldMkLst>
          <pc:docMk/>
          <pc:sldMk cId="4208957579" sldId="2146846759"/>
        </pc:sldMkLst>
      </pc:sldChg>
      <pc:sldChg chg="del">
        <pc:chgData name="Ade Suhendar" userId="009bf0aa-8907-4b89-bd90-2f097e0bba28" providerId="ADAL" clId="{FD6B5831-0885-4FE4-B9B2-E0A44A5D1EAC}" dt="2026-07-08T07:32:05.567" v="1" actId="47"/>
        <pc:sldMkLst>
          <pc:docMk/>
          <pc:sldMk cId="4170755386" sldId="2146846762"/>
        </pc:sldMkLst>
      </pc:sldChg>
      <pc:sldChg chg="del">
        <pc:chgData name="Ade Suhendar" userId="009bf0aa-8907-4b89-bd90-2f097e0bba28" providerId="ADAL" clId="{FD6B5831-0885-4FE4-B9B2-E0A44A5D1EAC}" dt="2026-07-08T07:32:05.567" v="1" actId="47"/>
        <pc:sldMkLst>
          <pc:docMk/>
          <pc:sldMk cId="2058501839" sldId="2146846763"/>
        </pc:sldMkLst>
      </pc:sldChg>
      <pc:sldChg chg="del">
        <pc:chgData name="Ade Suhendar" userId="009bf0aa-8907-4b89-bd90-2f097e0bba28" providerId="ADAL" clId="{FD6B5831-0885-4FE4-B9B2-E0A44A5D1EAC}" dt="2026-07-08T07:31:51.811" v="0" actId="47"/>
        <pc:sldMkLst>
          <pc:docMk/>
          <pc:sldMk cId="1070550787" sldId="2146846764"/>
        </pc:sldMkLst>
      </pc:sldChg>
      <pc:sldChg chg="del">
        <pc:chgData name="Ade Suhendar" userId="009bf0aa-8907-4b89-bd90-2f097e0bba28" providerId="ADAL" clId="{FD6B5831-0885-4FE4-B9B2-E0A44A5D1EAC}" dt="2026-07-08T07:31:51.811" v="0" actId="47"/>
        <pc:sldMkLst>
          <pc:docMk/>
          <pc:sldMk cId="1279524429" sldId="2146846765"/>
        </pc:sldMkLst>
      </pc:sldChg>
      <pc:sldChg chg="del">
        <pc:chgData name="Ade Suhendar" userId="009bf0aa-8907-4b89-bd90-2f097e0bba28" providerId="ADAL" clId="{FD6B5831-0885-4FE4-B9B2-E0A44A5D1EAC}" dt="2026-07-08T07:32:05.567" v="1" actId="47"/>
        <pc:sldMkLst>
          <pc:docMk/>
          <pc:sldMk cId="2121359371" sldId="2146846766"/>
        </pc:sldMkLst>
      </pc:sldChg>
      <pc:sldChg chg="del">
        <pc:chgData name="Ade Suhendar" userId="009bf0aa-8907-4b89-bd90-2f097e0bba28" providerId="ADAL" clId="{FD6B5831-0885-4FE4-B9B2-E0A44A5D1EAC}" dt="2026-07-08T07:31:51.811" v="0" actId="47"/>
        <pc:sldMkLst>
          <pc:docMk/>
          <pc:sldMk cId="2718115878" sldId="2146846767"/>
        </pc:sldMkLst>
      </pc:sldChg>
      <pc:sldChg chg="del">
        <pc:chgData name="Ade Suhendar" userId="009bf0aa-8907-4b89-bd90-2f097e0bba28" providerId="ADAL" clId="{FD6B5831-0885-4FE4-B9B2-E0A44A5D1EAC}" dt="2026-07-08T07:32:05.567" v="1" actId="47"/>
        <pc:sldMkLst>
          <pc:docMk/>
          <pc:sldMk cId="3742965099" sldId="2146846831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76BE62-DCC7-4686-A7D3-13D877BBE637}" type="datetime1">
              <a:rPr lang="de-DE" smtClean="0"/>
              <a:t>20.07.2026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E18715-605C-4611-8395-5334328A3643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74397359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495" y="765207"/>
            <a:ext cx="4972128" cy="279741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02495" y="9402940"/>
            <a:ext cx="4861933" cy="280563"/>
          </a:xfrm>
          <a:prstGeom prst="rect">
            <a:avLst/>
          </a:prstGeom>
        </p:spPr>
        <p:txBody>
          <a:bodyPr vert="horz" wrap="none" lIns="0" tIns="0" rIns="0" bIns="0" rtlCol="0" anchor="b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21338" y="9395470"/>
            <a:ext cx="504055" cy="288033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0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34052C23-B717-48D0-A2BC-5D536072662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idx="1"/>
          </p:nvPr>
        </p:nvSpPr>
        <p:spPr>
          <a:xfrm>
            <a:off x="5177973" y="9395471"/>
            <a:ext cx="1008111" cy="288032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ctr"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195A158C-90D7-49DC-BA2D-2BAD34037B44}" type="datetime1">
              <a:rPr lang="de-DE" smtClean="0"/>
              <a:pPr/>
              <a:t>20.07.2026</a:t>
            </a:fld>
            <a:endParaRPr lang="nl-BE"/>
          </a:p>
        </p:txBody>
      </p:sp>
      <p:sp>
        <p:nvSpPr>
          <p:cNvPr id="2" name="Notes Placeholder 1"/>
          <p:cNvSpPr>
            <a:spLocks noGrp="1"/>
          </p:cNvSpPr>
          <p:nvPr>
            <p:ph type="body" sz="quarter" idx="3"/>
          </p:nvPr>
        </p:nvSpPr>
        <p:spPr>
          <a:xfrm>
            <a:off x="302495" y="3679220"/>
            <a:ext cx="6192686" cy="5594048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3" name="Header Placeholder 2"/>
          <p:cNvSpPr>
            <a:spLocks noGrp="1"/>
          </p:cNvSpPr>
          <p:nvPr>
            <p:ph type="hdr" sz="quarter"/>
          </p:nvPr>
        </p:nvSpPr>
        <p:spPr>
          <a:xfrm>
            <a:off x="302496" y="186371"/>
            <a:ext cx="4972128" cy="475804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1400" b="0">
                <a:solidFill>
                  <a:schemeClr val="accent2"/>
                </a:solidFill>
                <a:latin typeface="+mj-lt"/>
              </a:defRPr>
            </a:lvl1pPr>
          </a:lstStyle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842508289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marR="0" indent="0" algn="l" defTabSz="914400" rtl="0" eaLnBrk="1" fontAlgn="auto" latinLnBrk="0" hangingPunct="1">
      <a:lnSpc>
        <a:spcPct val="100000"/>
      </a:lnSpc>
      <a:spcBef>
        <a:spcPct val="20000"/>
      </a:spcBef>
      <a:spcAft>
        <a:spcPts val="0"/>
      </a:spcAft>
      <a:buClrTx/>
      <a:buSzTx/>
      <a:buFont typeface="Wingdings" panose="05000000000000000000" pitchFamily="2" charset="2"/>
      <a:buNone/>
      <a:tabLst/>
      <a:defRPr sz="1000" kern="1200" baseline="0">
        <a:solidFill>
          <a:schemeClr val="tx1"/>
        </a:solidFill>
        <a:latin typeface="+mn-lt"/>
        <a:ea typeface="+mn-ea"/>
        <a:cs typeface="+mn-cs"/>
      </a:defRPr>
    </a:lvl1pPr>
    <a:lvl2pPr marL="179388" marR="0" indent="-179388" algn="l" defTabSz="914400" rtl="0" eaLnBrk="1" fontAlgn="auto" latinLnBrk="0" hangingPunct="1">
      <a:lnSpc>
        <a:spcPct val="100000"/>
      </a:lnSpc>
      <a:spcBef>
        <a:spcPct val="20000"/>
      </a:spcBef>
      <a:spcAft>
        <a:spcPts val="0"/>
      </a:spcAft>
      <a:buClrTx/>
      <a:buSzTx/>
      <a:buFont typeface="Arial" panose="020B0604020202020204" pitchFamily="34" charset="0"/>
      <a:buChar char="•"/>
      <a:tabLst/>
      <a:defRPr sz="1000" kern="1200">
        <a:solidFill>
          <a:schemeClr val="tx1"/>
        </a:solidFill>
        <a:latin typeface="+mn-lt"/>
        <a:ea typeface="+mn-ea"/>
        <a:cs typeface="+mn-cs"/>
      </a:defRPr>
    </a:lvl2pPr>
    <a:lvl3pPr marL="355600" marR="0" indent="-179388" algn="l" defTabSz="914400" rtl="0" eaLnBrk="1" fontAlgn="auto" latinLnBrk="0" hangingPunct="1">
      <a:lnSpc>
        <a:spcPct val="100000"/>
      </a:lnSpc>
      <a:spcBef>
        <a:spcPct val="20000"/>
      </a:spcBef>
      <a:spcAft>
        <a:spcPts val="0"/>
      </a:spcAft>
      <a:buClrTx/>
      <a:buSzTx/>
      <a:buFont typeface="Arial" panose="020B0604020202020204" pitchFamily="34" charset="0"/>
      <a:buChar char="‒"/>
      <a:tabLst/>
      <a:defRPr sz="1000" kern="1200">
        <a:solidFill>
          <a:schemeClr val="tx1"/>
        </a:solidFill>
        <a:latin typeface="+mn-lt"/>
        <a:ea typeface="+mn-ea"/>
        <a:cs typeface="+mn-cs"/>
      </a:defRPr>
    </a:lvl3pPr>
    <a:lvl4pPr marL="533400" marR="0" indent="-179388" algn="l" defTabSz="914400" rtl="0" eaLnBrk="1" fontAlgn="auto" latinLnBrk="0" hangingPunct="1">
      <a:lnSpc>
        <a:spcPct val="100000"/>
      </a:lnSpc>
      <a:spcBef>
        <a:spcPct val="20000"/>
      </a:spcBef>
      <a:spcAft>
        <a:spcPts val="0"/>
      </a:spcAft>
      <a:buClrTx/>
      <a:buSzTx/>
      <a:buFont typeface="Courier New" panose="02070309020205020404" pitchFamily="49" charset="0"/>
      <a:buChar char="o"/>
      <a:tabLst/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723900" marR="0" indent="-142875" algn="l" defTabSz="914400" rtl="0" eaLnBrk="1" fontAlgn="auto" latinLnBrk="0" hangingPunct="1">
      <a:lnSpc>
        <a:spcPct val="100000"/>
      </a:lnSpc>
      <a:spcBef>
        <a:spcPct val="20000"/>
      </a:spcBef>
      <a:spcAft>
        <a:spcPts val="0"/>
      </a:spcAft>
      <a:buClrTx/>
      <a:buSzTx/>
      <a:buFont typeface="Arial" panose="020B0604020202020204" pitchFamily="34" charset="0"/>
      <a:buChar char="»"/>
      <a:tabLst/>
      <a:defRPr sz="1000" kern="1200">
        <a:solidFill>
          <a:schemeClr val="tx1"/>
        </a:solidFill>
        <a:latin typeface="+mn-lt"/>
        <a:ea typeface="+mn-ea"/>
        <a:cs typeface="+mn-cs"/>
      </a:defRPr>
    </a:lvl5pPr>
    <a:lvl6pPr marL="1080000" marR="0" indent="-144000" algn="l" defTabSz="914400" rtl="0" eaLnBrk="1" fontAlgn="auto" latinLnBrk="0" hangingPunct="1">
      <a:lnSpc>
        <a:spcPct val="100000"/>
      </a:lnSpc>
      <a:spcBef>
        <a:spcPct val="20000"/>
      </a:spcBef>
      <a:spcAft>
        <a:spcPts val="0"/>
      </a:spcAft>
      <a:buClrTx/>
      <a:buSzTx/>
      <a:buFont typeface="Arial" panose="020B0604020202020204" pitchFamily="34" charset="0"/>
      <a:buChar char="•"/>
      <a:tabLst/>
      <a:defRPr sz="7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052C23-B717-48D0-A2BC-5D5360726626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C3CEBE8F-D45F-4586-A0B2-7BD102CF4564}" type="datetime1">
              <a:rPr lang="de-DE" smtClean="0"/>
              <a:pPr/>
              <a:t>20.07.2026</a:t>
            </a:fld>
            <a:endParaRPr lang="nl-BE"/>
          </a:p>
        </p:txBody>
      </p:sp>
      <p:sp>
        <p:nvSpPr>
          <p:cNvPr id="7" name="Header Placeholder 6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18" name="Slide Image Placeholder 17">
            <a:extLst>
              <a:ext uri="{FF2B5EF4-FFF2-40B4-BE49-F238E27FC236}">
                <a16:creationId xmlns:a16="http://schemas.microsoft.com/office/drawing/2014/main" id="{4576A740-47FD-ED2F-9F20-E3D976F3ED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03213" y="765175"/>
            <a:ext cx="4972050" cy="2797175"/>
          </a:xfrm>
        </p:spPr>
      </p:sp>
      <p:sp>
        <p:nvSpPr>
          <p:cNvPr id="19" name="Notes Placeholder 18">
            <a:extLst>
              <a:ext uri="{FF2B5EF4-FFF2-40B4-BE49-F238E27FC236}">
                <a16:creationId xmlns:a16="http://schemas.microsoft.com/office/drawing/2014/main" id="{5605CF9A-0EE5-5DD2-27BF-7373BA800A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2722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3.emf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5" Type="http://schemas.openxmlformats.org/officeDocument/2006/relationships/image" Target="../media/image3.emf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4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4" Type="http://schemas.openxmlformats.org/officeDocument/2006/relationships/image" Target="../media/image1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4" Type="http://schemas.openxmlformats.org/officeDocument/2006/relationships/image" Target="../media/image1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4" Type="http://schemas.openxmlformats.org/officeDocument/2006/relationships/image" Target="../media/image4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4" Type="http://schemas.openxmlformats.org/officeDocument/2006/relationships/image" Target="../media/image1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5" Type="http://schemas.openxmlformats.org/officeDocument/2006/relationships/hyperlink" Target="https://bekaert.com/" TargetMode="External"/><Relationship Id="rId4" Type="http://schemas.openxmlformats.org/officeDocument/2006/relationships/image" Target="../media/image1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5" Type="http://schemas.openxmlformats.org/officeDocument/2006/relationships/image" Target="../media/image5.svg"/><Relationship Id="rId4" Type="http://schemas.openxmlformats.org/officeDocument/2006/relationships/image" Target="../media/image4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| Image">
    <p:bg bwMode="auto"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5E7979C1-87F4-EC23-6D64-D5ABCE865C1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224077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5E7979C1-87F4-EC23-6D64-D5ABCE865C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Grafik 3">
            <a:extLst>
              <a:ext uri="{FF2B5EF4-FFF2-40B4-BE49-F238E27FC236}">
                <a16:creationId xmlns:a16="http://schemas.microsoft.com/office/drawing/2014/main" id="{BD7E4688-3C3E-F162-D60A-C5C44875C72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ltGray">
          <a:xfrm>
            <a:off x="0" y="-1"/>
            <a:ext cx="9143999" cy="5143501"/>
          </a:xfrm>
          <a:prstGeom prst="rect">
            <a:avLst/>
          </a:prstGeom>
        </p:spPr>
      </p:pic>
      <p:sp>
        <p:nvSpPr>
          <p:cNvPr id="15" name="Text Placeholder 14"/>
          <p:cNvSpPr>
            <a:spLocks noGrp="1"/>
          </p:cNvSpPr>
          <p:nvPr>
            <p:ph type="body" sz="quarter" idx="10" hasCustomPrompt="1"/>
          </p:nvPr>
        </p:nvSpPr>
        <p:spPr>
          <a:xfrm>
            <a:off x="250826" y="2921863"/>
            <a:ext cx="6471062" cy="34508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14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here to edit the subtitle</a:t>
            </a:r>
            <a:endParaRPr lang="nl-BE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1" hasCustomPrompt="1"/>
          </p:nvPr>
        </p:nvSpPr>
        <p:spPr>
          <a:xfrm>
            <a:off x="250825" y="4425662"/>
            <a:ext cx="4552722" cy="193707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 marL="0" indent="0" algn="l">
              <a:buNone/>
              <a:defRPr sz="1100" b="0" baseline="0"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Author of the presentation</a:t>
            </a:r>
            <a:endParaRPr lang="nl-BE"/>
          </a:p>
        </p:txBody>
      </p:sp>
      <p:sp>
        <p:nvSpPr>
          <p:cNvPr id="19" name="Title 18"/>
          <p:cNvSpPr>
            <a:spLocks noGrp="1"/>
          </p:cNvSpPr>
          <p:nvPr>
            <p:ph type="title"/>
          </p:nvPr>
        </p:nvSpPr>
        <p:spPr>
          <a:xfrm>
            <a:off x="250825" y="2324790"/>
            <a:ext cx="6471062" cy="493920"/>
          </a:xfrm>
          <a:prstGeom prst="rect">
            <a:avLst/>
          </a:prstGeom>
        </p:spPr>
        <p:txBody>
          <a:bodyPr vert="horz" wrap="square" anchor="b" anchorCtr="0">
            <a:noAutofit/>
          </a:bodyPr>
          <a:lstStyle>
            <a:lvl1pPr algn="l">
              <a:lnSpc>
                <a:spcPts val="4000"/>
              </a:lnSpc>
              <a:defRPr sz="4000" b="0" i="0" spc="-110" baseline="0">
                <a:solidFill>
                  <a:schemeClr val="tx1"/>
                </a:solidFill>
                <a:latin typeface="+mj-lt"/>
              </a:defRPr>
            </a:lvl1pPr>
          </a:lstStyle>
          <a:p>
            <a:endParaRPr lang="nl-BE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2" hasCustomPrompt="1"/>
          </p:nvPr>
        </p:nvSpPr>
        <p:spPr>
          <a:xfrm>
            <a:off x="250825" y="4716423"/>
            <a:ext cx="4552722" cy="17613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Date</a:t>
            </a:r>
            <a:endParaRPr lang="nl-B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65FB7633-57B0-AA09-9956-906C8456780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7604375" y="4639841"/>
            <a:ext cx="1288800" cy="301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4420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 bwMode="ltGray"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5E7979C1-87F4-EC23-6D64-D5ABCE865C1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727108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5E7979C1-87F4-EC23-6D64-D5ABCE865C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Placeholder 14"/>
          <p:cNvSpPr>
            <a:spLocks noGrp="1"/>
          </p:cNvSpPr>
          <p:nvPr>
            <p:ph type="body" sz="quarter" idx="10" hasCustomPrompt="1"/>
          </p:nvPr>
        </p:nvSpPr>
        <p:spPr>
          <a:xfrm>
            <a:off x="250826" y="2921863"/>
            <a:ext cx="6478041" cy="34508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rtl="0">
              <a:lnSpc>
                <a:spcPct val="100000"/>
              </a:lnSpc>
              <a:buNone/>
              <a:defRPr sz="14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here to edit the subtitle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1" hasCustomPrompt="1"/>
          </p:nvPr>
        </p:nvSpPr>
        <p:spPr>
          <a:xfrm>
            <a:off x="250825" y="4425662"/>
            <a:ext cx="4552722" cy="193707"/>
          </a:xfrm>
          <a:prstGeom prst="rect">
            <a:avLst/>
          </a:prstGeom>
        </p:spPr>
        <p:txBody>
          <a:bodyPr anchor="b" anchorCtr="0">
            <a:spAutoFit/>
          </a:bodyPr>
          <a:lstStyle>
            <a:lvl1pPr marL="0" indent="0" algn="l" rtl="0">
              <a:buNone/>
              <a:defRPr sz="1100" b="0" baseline="0"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Author of the presentation</a:t>
            </a:r>
          </a:p>
        </p:txBody>
      </p:sp>
      <p:sp>
        <p:nvSpPr>
          <p:cNvPr id="19" name="Title 18"/>
          <p:cNvSpPr>
            <a:spLocks noGrp="1"/>
          </p:cNvSpPr>
          <p:nvPr>
            <p:ph type="title"/>
          </p:nvPr>
        </p:nvSpPr>
        <p:spPr>
          <a:xfrm>
            <a:off x="250825" y="2324790"/>
            <a:ext cx="6478042" cy="493920"/>
          </a:xfrm>
          <a:prstGeom prst="rect">
            <a:avLst/>
          </a:prstGeom>
        </p:spPr>
        <p:txBody>
          <a:bodyPr vert="horz" wrap="square" anchor="b" anchorCtr="0">
            <a:noAutofit/>
          </a:bodyPr>
          <a:lstStyle>
            <a:lvl1pPr algn="l" rtl="0">
              <a:lnSpc>
                <a:spcPts val="4000"/>
              </a:lnSpc>
              <a:defRPr sz="4000" b="0" i="0" spc="-110" baseline="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noProof="0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2" hasCustomPrompt="1"/>
          </p:nvPr>
        </p:nvSpPr>
        <p:spPr>
          <a:xfrm>
            <a:off x="250825" y="4716423"/>
            <a:ext cx="1821904" cy="176138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 marL="0" indent="0" algn="l" rtl="0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65FB7633-57B0-AA09-9956-906C8456780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7604375" y="4639841"/>
            <a:ext cx="1288800" cy="301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5265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Object 16" hidden="1">
            <a:extLst>
              <a:ext uri="{FF2B5EF4-FFF2-40B4-BE49-F238E27FC236}">
                <a16:creationId xmlns:a16="http://schemas.microsoft.com/office/drawing/2014/main" id="{29D6AE93-DB80-D875-FBA9-5DDF7AFA1DF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885033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17" name="Object 16" hidden="1">
                        <a:extLst>
                          <a:ext uri="{FF2B5EF4-FFF2-40B4-BE49-F238E27FC236}">
                            <a16:creationId xmlns:a16="http://schemas.microsoft.com/office/drawing/2014/main" id="{29D6AE93-DB80-D875-FBA9-5DDF7AFA1D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D0AFEE-B299-EEE7-328F-9D91D8380B7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426123" y="4672881"/>
            <a:ext cx="468130" cy="20233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8B57AA4-CC86-403A-9F2D-99B44CA83CE4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78BBF93-D887-927B-C8D7-BBC082E8A7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7848" y="1077936"/>
            <a:ext cx="3600000" cy="184666"/>
          </a:xfrm>
        </p:spPr>
        <p:txBody>
          <a:bodyPr wrap="square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nl-BE"/>
              <a:t>[Item 1]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132E008B-4BF4-CC04-1349-129AC70E4B3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67848" y="1874525"/>
            <a:ext cx="3600000" cy="184666"/>
          </a:xfrm>
        </p:spPr>
        <p:txBody>
          <a:bodyPr wrap="square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nl-BE"/>
              <a:t>[Item 1]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813D96D3-F072-B760-070A-98E4CC3F518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67848" y="2671114"/>
            <a:ext cx="3600000" cy="184666"/>
          </a:xfrm>
        </p:spPr>
        <p:txBody>
          <a:bodyPr wrap="square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nl-BE"/>
              <a:t>[Item 1]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A34B39A3-2047-5F71-A5D1-7FE5DF09EE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 wrap="none"/>
          <a:lstStyle>
            <a:lvl1pPr>
              <a:defRPr/>
            </a:lvl1pPr>
          </a:lstStyle>
          <a:p>
            <a:r>
              <a:rPr lang="en-US"/>
              <a:t>[Agenda]</a:t>
            </a:r>
            <a:endParaRPr lang="nl-BE"/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4A7934EB-70C8-162B-07C1-79B6D9B0250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67848" y="3467704"/>
            <a:ext cx="3600000" cy="184666"/>
          </a:xfrm>
        </p:spPr>
        <p:txBody>
          <a:bodyPr wrap="square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nl-BE"/>
              <a:t>[Item 1]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30A05F1A-98C5-C524-8E87-63A09581D9B0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722130" y="1077936"/>
            <a:ext cx="3600000" cy="184666"/>
          </a:xfrm>
        </p:spPr>
        <p:txBody>
          <a:bodyPr wrap="square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nl-BE"/>
              <a:t>[Item 1]</a:t>
            </a:r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CDAEF535-524D-8E84-00CD-BE4C7CE6F72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2130" y="1874525"/>
            <a:ext cx="3600000" cy="184666"/>
          </a:xfrm>
        </p:spPr>
        <p:txBody>
          <a:bodyPr wrap="square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nl-BE"/>
              <a:t>[Item 1]</a:t>
            </a:r>
          </a:p>
        </p:txBody>
      </p:sp>
      <p:sp>
        <p:nvSpPr>
          <p:cNvPr id="49" name="Text Placeholder 6">
            <a:extLst>
              <a:ext uri="{FF2B5EF4-FFF2-40B4-BE49-F238E27FC236}">
                <a16:creationId xmlns:a16="http://schemas.microsoft.com/office/drawing/2014/main" id="{C8340598-2CC3-9A90-75F5-DE4B44AF609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722130" y="2671114"/>
            <a:ext cx="3600000" cy="184666"/>
          </a:xfrm>
        </p:spPr>
        <p:txBody>
          <a:bodyPr wrap="square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nl-BE"/>
              <a:t>[Item 1]</a:t>
            </a:r>
          </a:p>
        </p:txBody>
      </p:sp>
      <p:sp>
        <p:nvSpPr>
          <p:cNvPr id="54" name="Text Placeholder 6">
            <a:extLst>
              <a:ext uri="{FF2B5EF4-FFF2-40B4-BE49-F238E27FC236}">
                <a16:creationId xmlns:a16="http://schemas.microsoft.com/office/drawing/2014/main" id="{077C10B2-AA6E-1788-D297-E19B4B56C189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4722130" y="3467704"/>
            <a:ext cx="3600000" cy="184666"/>
          </a:xfrm>
        </p:spPr>
        <p:txBody>
          <a:bodyPr wrap="square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nl-BE"/>
              <a:t>[Item 1]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2E814F1E-DF82-AA8E-95E0-75F64E541D27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722130" y="1371646"/>
            <a:ext cx="3600000" cy="236537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nl-BE" err="1"/>
              <a:t>Subitems</a:t>
            </a:r>
            <a:r>
              <a:rPr lang="nl-BE"/>
              <a:t> or presenter</a:t>
            </a:r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852575C9-AC24-3E4E-5B21-071308F7E97D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264473" y="2168375"/>
            <a:ext cx="3600000" cy="236537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nl-BE" err="1"/>
              <a:t>Subitems</a:t>
            </a:r>
            <a:r>
              <a:rPr lang="nl-BE"/>
              <a:t> or presenter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496125DB-3124-15F0-B447-AF4D70EE83F7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4718755" y="2168375"/>
            <a:ext cx="3600000" cy="236537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nl-BE" err="1"/>
              <a:t>Subitems</a:t>
            </a:r>
            <a:r>
              <a:rPr lang="nl-BE"/>
              <a:t> or presenter</a:t>
            </a:r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1818CA2D-082E-7AD4-9B46-8E3F5492B772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267848" y="2967868"/>
            <a:ext cx="3600000" cy="236537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nl-BE" err="1"/>
              <a:t>Subitems</a:t>
            </a:r>
            <a:r>
              <a:rPr lang="nl-BE"/>
              <a:t> or presenter</a:t>
            </a:r>
          </a:p>
        </p:txBody>
      </p:sp>
      <p:sp>
        <p:nvSpPr>
          <p:cNvPr id="31" name="Text Placeholder 21">
            <a:extLst>
              <a:ext uri="{FF2B5EF4-FFF2-40B4-BE49-F238E27FC236}">
                <a16:creationId xmlns:a16="http://schemas.microsoft.com/office/drawing/2014/main" id="{CEA4BF70-A19F-CDCD-4870-FF0B07A6F344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4722130" y="2967868"/>
            <a:ext cx="3600000" cy="236537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nl-BE" err="1"/>
              <a:t>Subitems</a:t>
            </a:r>
            <a:r>
              <a:rPr lang="nl-BE"/>
              <a:t> or presenter</a:t>
            </a:r>
          </a:p>
        </p:txBody>
      </p:sp>
      <p:sp>
        <p:nvSpPr>
          <p:cNvPr id="32" name="Text Placeholder 21">
            <a:extLst>
              <a:ext uri="{FF2B5EF4-FFF2-40B4-BE49-F238E27FC236}">
                <a16:creationId xmlns:a16="http://schemas.microsoft.com/office/drawing/2014/main" id="{137CC8DD-B7AD-A461-8354-010FBB9DEF45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267848" y="3761554"/>
            <a:ext cx="3600000" cy="236537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nl-BE" err="1"/>
              <a:t>Subitems</a:t>
            </a:r>
            <a:r>
              <a:rPr lang="nl-BE"/>
              <a:t> or presenter</a:t>
            </a:r>
          </a:p>
        </p:txBody>
      </p:sp>
      <p:sp>
        <p:nvSpPr>
          <p:cNvPr id="33" name="Text Placeholder 21">
            <a:extLst>
              <a:ext uri="{FF2B5EF4-FFF2-40B4-BE49-F238E27FC236}">
                <a16:creationId xmlns:a16="http://schemas.microsoft.com/office/drawing/2014/main" id="{1F9498B0-823E-D492-719B-C07A909711BD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4722130" y="3761554"/>
            <a:ext cx="3600000" cy="236537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nl-BE" err="1"/>
              <a:t>Subitems</a:t>
            </a:r>
            <a:r>
              <a:rPr lang="nl-BE"/>
              <a:t> or presenter</a:t>
            </a:r>
          </a:p>
        </p:txBody>
      </p:sp>
      <p:sp>
        <p:nvSpPr>
          <p:cNvPr id="34" name="Text Placeholder 21">
            <a:extLst>
              <a:ext uri="{FF2B5EF4-FFF2-40B4-BE49-F238E27FC236}">
                <a16:creationId xmlns:a16="http://schemas.microsoft.com/office/drawing/2014/main" id="{A809151A-A372-A268-260F-1805FF4EF2CA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267848" y="1371646"/>
            <a:ext cx="3600000" cy="236537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nl-BE" err="1"/>
              <a:t>Subitems</a:t>
            </a:r>
            <a:r>
              <a:rPr lang="nl-BE"/>
              <a:t> or presenter</a:t>
            </a:r>
          </a:p>
        </p:txBody>
      </p:sp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EB3DD197-9290-F631-1521-D11B921079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8953" y="4669639"/>
            <a:ext cx="5760000" cy="20557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lang="en-US" sz="800" b="0" i="0" kern="1200" baseline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de-DE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279E611E-3B77-4404-E304-7DE9136CCD6B}"/>
              </a:ext>
            </a:extLst>
          </p:cNvPr>
          <p:cNvSpPr>
            <a:spLocks noGrp="1"/>
          </p:cNvSpPr>
          <p:nvPr>
            <p:ph type="dt" sz="half" idx="12"/>
          </p:nvPr>
        </p:nvSpPr>
        <p:spPr bwMode="black">
          <a:xfrm>
            <a:off x="6333524" y="4672881"/>
            <a:ext cx="2057400" cy="20233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nl-BE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208B79F9-2773-47D7-1E9E-F618B7B2F67C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250825" y="518400"/>
            <a:ext cx="6698615" cy="239712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nl-BE"/>
              <a:t>[</a:t>
            </a:r>
            <a:r>
              <a:rPr lang="nl-BE" err="1"/>
              <a:t>Subtitle</a:t>
            </a:r>
            <a:r>
              <a:rPr lang="nl-BE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1471900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| Level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2402F9B1-45C3-6A1F-4B59-8491039AC8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038383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2402F9B1-45C3-6A1F-4B59-8491039AC8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itle 18">
            <a:extLst>
              <a:ext uri="{FF2B5EF4-FFF2-40B4-BE49-F238E27FC236}">
                <a16:creationId xmlns:a16="http://schemas.microsoft.com/office/drawing/2014/main" id="{4798E501-CF1D-2E4D-A1BF-2FEF378D3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54" y="3321546"/>
            <a:ext cx="8634220" cy="997196"/>
          </a:xfrm>
          <a:prstGeom prst="rect">
            <a:avLst/>
          </a:prstGeom>
        </p:spPr>
        <p:txBody>
          <a:bodyPr vert="horz" wrap="square" anchor="b">
            <a:spAutoFit/>
          </a:bodyPr>
          <a:lstStyle>
            <a:lvl1pPr algn="l">
              <a:lnSpc>
                <a:spcPct val="90000"/>
              </a:lnSpc>
              <a:defRPr sz="7200" b="0" i="0" spc="-110" baseline="0">
                <a:solidFill>
                  <a:schemeClr val="tx1"/>
                </a:solidFill>
                <a:latin typeface="+mj-lt"/>
              </a:defRPr>
            </a:lvl1pPr>
          </a:lstStyle>
          <a:p>
            <a:endParaRPr lang="nl-BE"/>
          </a:p>
        </p:txBody>
      </p:sp>
      <p:sp>
        <p:nvSpPr>
          <p:cNvPr id="13" name="Fußzeilenplatzhalter 2">
            <a:extLst>
              <a:ext uri="{FF2B5EF4-FFF2-40B4-BE49-F238E27FC236}">
                <a16:creationId xmlns:a16="http://schemas.microsoft.com/office/drawing/2014/main" id="{DBAB9FBC-D1CE-A668-FBDD-49B5DCFAE9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8953" y="4669639"/>
            <a:ext cx="5760000" cy="20557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lang="en-US" sz="800" b="0" i="0" kern="1200" baseline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de-DE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6DC5F580-5EDB-4922-989D-0BE2105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5044" y="4672881"/>
            <a:ext cx="468130" cy="202331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fld id="{E8B57AA4-CC86-403A-9F2D-99B44CA83CE4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A83D4BA-1441-880E-48CA-6A49A6D595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8763" y="268288"/>
            <a:ext cx="8634412" cy="358775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[Optional: presenter name or topic]</a:t>
            </a:r>
            <a:endParaRPr lang="nl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3C9D54-A949-9AE8-D120-C1116D07E0F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0825" y="987425"/>
            <a:ext cx="4151313" cy="7112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nl-BE"/>
              <a:t>[</a:t>
            </a:r>
            <a:r>
              <a:rPr lang="nl-BE" err="1"/>
              <a:t>Optional</a:t>
            </a:r>
            <a:r>
              <a:rPr lang="nl-BE"/>
              <a:t>: more information </a:t>
            </a:r>
            <a:r>
              <a:rPr lang="nl-BE" err="1"/>
              <a:t>about</a:t>
            </a:r>
            <a:r>
              <a:rPr lang="nl-BE"/>
              <a:t> </a:t>
            </a:r>
            <a:r>
              <a:rPr lang="nl-BE" err="1"/>
              <a:t>this</a:t>
            </a:r>
            <a:r>
              <a:rPr lang="nl-BE"/>
              <a:t> </a:t>
            </a:r>
            <a:r>
              <a:rPr lang="nl-BE" err="1"/>
              <a:t>chapter</a:t>
            </a:r>
            <a:r>
              <a:rPr lang="nl-BE"/>
              <a:t>]</a:t>
            </a:r>
          </a:p>
        </p:txBody>
      </p:sp>
      <p:sp>
        <p:nvSpPr>
          <p:cNvPr id="2" name="Date Placeholder 4">
            <a:extLst>
              <a:ext uri="{FF2B5EF4-FFF2-40B4-BE49-F238E27FC236}">
                <a16:creationId xmlns:a16="http://schemas.microsoft.com/office/drawing/2014/main" id="{1892EBFD-F167-3177-2311-73469A113B26}"/>
              </a:ext>
            </a:extLst>
          </p:cNvPr>
          <p:cNvSpPr>
            <a:spLocks noGrp="1"/>
          </p:cNvSpPr>
          <p:nvPr>
            <p:ph type="dt" sz="half" idx="12"/>
          </p:nvPr>
        </p:nvSpPr>
        <p:spPr bwMode="black">
          <a:xfrm>
            <a:off x="6333524" y="4672881"/>
            <a:ext cx="2057400" cy="20233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9381344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| Level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2402F9B1-45C3-6A1F-4B59-8491039AC8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663700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2402F9B1-45C3-6A1F-4B59-8491039AC8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itle 18">
            <a:extLst>
              <a:ext uri="{FF2B5EF4-FFF2-40B4-BE49-F238E27FC236}">
                <a16:creationId xmlns:a16="http://schemas.microsoft.com/office/drawing/2014/main" id="{4798E501-CF1D-2E4D-A1BF-2FEF378D3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54" y="3764744"/>
            <a:ext cx="5759999" cy="553998"/>
          </a:xfrm>
          <a:prstGeom prst="rect">
            <a:avLst/>
          </a:prstGeom>
        </p:spPr>
        <p:txBody>
          <a:bodyPr vert="horz" wrap="square" anchor="b">
            <a:spAutoFit/>
          </a:bodyPr>
          <a:lstStyle>
            <a:lvl1pPr algn="l">
              <a:lnSpc>
                <a:spcPct val="90000"/>
              </a:lnSpc>
              <a:defRPr sz="4000" b="0" i="0" spc="-110" baseline="0">
                <a:solidFill>
                  <a:schemeClr val="accent2"/>
                </a:solidFill>
                <a:latin typeface="+mj-lt"/>
              </a:defRPr>
            </a:lvl1pPr>
          </a:lstStyle>
          <a:p>
            <a:endParaRPr lang="nl-BE"/>
          </a:p>
        </p:txBody>
      </p:sp>
      <p:sp>
        <p:nvSpPr>
          <p:cNvPr id="13" name="Fußzeilenplatzhalter 2">
            <a:extLst>
              <a:ext uri="{FF2B5EF4-FFF2-40B4-BE49-F238E27FC236}">
                <a16:creationId xmlns:a16="http://schemas.microsoft.com/office/drawing/2014/main" id="{DBAB9FBC-D1CE-A668-FBDD-49B5DCFAE9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8953" y="4669639"/>
            <a:ext cx="5760000" cy="20557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lang="en-US" sz="800" b="0" i="0" kern="1200" baseline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de-DE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6DC5F580-5EDB-4922-989D-0BE2105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5044" y="4672881"/>
            <a:ext cx="468130" cy="202331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fld id="{E8B57AA4-CC86-403A-9F2D-99B44CA83CE4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A83D4BA-1441-880E-48CA-6A49A6D595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8763" y="268288"/>
            <a:ext cx="8634412" cy="358775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subtitle</a:t>
            </a:r>
            <a:endParaRPr lang="nl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3C9D54-A949-9AE8-D120-C1116D07E0F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0825" y="987425"/>
            <a:ext cx="4151313" cy="7112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nl-BE"/>
              <a:t>[</a:t>
            </a:r>
            <a:r>
              <a:rPr lang="nl-BE" err="1"/>
              <a:t>Optional</a:t>
            </a:r>
            <a:r>
              <a:rPr lang="nl-BE"/>
              <a:t>: more information </a:t>
            </a:r>
            <a:r>
              <a:rPr lang="nl-BE" err="1"/>
              <a:t>about</a:t>
            </a:r>
            <a:r>
              <a:rPr lang="nl-BE"/>
              <a:t> </a:t>
            </a:r>
            <a:r>
              <a:rPr lang="nl-BE" err="1"/>
              <a:t>this</a:t>
            </a:r>
            <a:r>
              <a:rPr lang="nl-BE"/>
              <a:t> </a:t>
            </a:r>
            <a:r>
              <a:rPr lang="nl-BE" err="1"/>
              <a:t>chapter</a:t>
            </a:r>
            <a:r>
              <a:rPr lang="nl-BE"/>
              <a:t>]</a:t>
            </a:r>
          </a:p>
        </p:txBody>
      </p:sp>
      <p:sp>
        <p:nvSpPr>
          <p:cNvPr id="2" name="Date Placeholder 4">
            <a:extLst>
              <a:ext uri="{FF2B5EF4-FFF2-40B4-BE49-F238E27FC236}">
                <a16:creationId xmlns:a16="http://schemas.microsoft.com/office/drawing/2014/main" id="{1892EBFD-F167-3177-2311-73469A113B26}"/>
              </a:ext>
            </a:extLst>
          </p:cNvPr>
          <p:cNvSpPr>
            <a:spLocks noGrp="1"/>
          </p:cNvSpPr>
          <p:nvPr>
            <p:ph type="dt" sz="half" idx="12"/>
          </p:nvPr>
        </p:nvSpPr>
        <p:spPr bwMode="black">
          <a:xfrm>
            <a:off x="6333524" y="4672881"/>
            <a:ext cx="2057400" cy="20233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392225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D8C8C860-C66F-606D-34AF-5DB830BB06E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730331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D8C8C860-C66F-606D-34AF-5DB830BB06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feld 1">
            <a:extLst>
              <a:ext uri="{FF2B5EF4-FFF2-40B4-BE49-F238E27FC236}">
                <a16:creationId xmlns:a16="http://schemas.microsoft.com/office/drawing/2014/main" id="{45E6E7F4-0882-BD46-167D-CB49972C398B}"/>
              </a:ext>
            </a:extLst>
          </p:cNvPr>
          <p:cNvSpPr txBox="1"/>
          <p:nvPr userDrawn="1"/>
        </p:nvSpPr>
        <p:spPr>
          <a:xfrm>
            <a:off x="683288" y="411982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spcAft>
                <a:spcPts val="600"/>
              </a:spcAft>
              <a:buClr>
                <a:schemeClr val="accent1"/>
              </a:buClr>
            </a:pPr>
            <a:endParaRPr lang="en-US" sz="1400" err="1"/>
          </a:p>
        </p:txBody>
      </p:sp>
      <p:sp>
        <p:nvSpPr>
          <p:cNvPr id="11" name="Fußzeilenplatzhalter 2">
            <a:extLst>
              <a:ext uri="{FF2B5EF4-FFF2-40B4-BE49-F238E27FC236}">
                <a16:creationId xmlns:a16="http://schemas.microsoft.com/office/drawing/2014/main" id="{F397AA07-D572-645E-D231-318AF7385E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8953" y="4669639"/>
            <a:ext cx="5760000" cy="20557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lang="en-US" sz="800" b="0" i="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de-DE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2F6D8481-800B-4E45-8479-565B94672B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5044" y="4672881"/>
            <a:ext cx="468130" cy="202331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fld id="{E8B57AA4-CC86-403A-9F2D-99B44CA83CE4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1463994-5D41-7335-4F98-CC10148B8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/>
          <a:lstStyle/>
          <a:p>
            <a:endParaRPr lang="nl-BE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3D171D-A172-D917-1D5A-6A30A78AEB5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58763" y="987425"/>
            <a:ext cx="8634412" cy="36718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54993EBD-AB09-1EEF-CC7A-C9A36174A1FD}"/>
              </a:ext>
            </a:extLst>
          </p:cNvPr>
          <p:cNvSpPr>
            <a:spLocks noGrp="1"/>
          </p:cNvSpPr>
          <p:nvPr>
            <p:ph type="dt" sz="half" idx="12"/>
          </p:nvPr>
        </p:nvSpPr>
        <p:spPr bwMode="black">
          <a:xfrm>
            <a:off x="6333524" y="4672881"/>
            <a:ext cx="2057400" cy="202331"/>
          </a:xfrm>
        </p:spPr>
        <p:txBody>
          <a:bodyPr/>
          <a:lstStyle/>
          <a:p>
            <a:endParaRPr lang="nl-BE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E543826-3C2A-7C3D-C45E-956D9F9C9D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0825" y="518400"/>
            <a:ext cx="6698615" cy="239712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nl-BE"/>
              <a:t>[</a:t>
            </a:r>
            <a:r>
              <a:rPr lang="nl-BE" err="1"/>
              <a:t>Subtitle</a:t>
            </a:r>
            <a:r>
              <a:rPr lang="nl-BE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047282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 | two thi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CF8EEEA4-68D3-12EF-D3F8-5FC70D03601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850175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9" imgH="360" progId="TCLayout.ActiveDocument.1">
                  <p:embed/>
                </p:oleObj>
              </mc:Choice>
              <mc:Fallback>
                <p:oleObj name="think-cell Slide" r:id="rId3" imgW="359" imgH="360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CF8EEEA4-68D3-12EF-D3F8-5FC70D0360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46921B04-CC6F-29C1-B885-0375AC7EC45B}"/>
              </a:ext>
            </a:extLst>
          </p:cNvPr>
          <p:cNvSpPr/>
          <p:nvPr userDrawn="1"/>
        </p:nvSpPr>
        <p:spPr bwMode="ltGray">
          <a:xfrm>
            <a:off x="-1" y="0"/>
            <a:ext cx="3060000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400" b="0" i="0" err="1">
              <a:solidFill>
                <a:schemeClr val="bg1"/>
              </a:solidFill>
              <a:latin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2F96B6-7977-050D-E44F-22D912942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54" y="282072"/>
            <a:ext cx="2542090" cy="344991"/>
          </a:xfrm>
        </p:spPr>
        <p:txBody>
          <a:bodyPr vert="horz" wrap="square"/>
          <a:lstStyle/>
          <a:p>
            <a:endParaRPr lang="nl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6674CB-30FB-672E-6474-D0C0D4F18A2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EC569-86B5-C9DA-C589-F38D40BBC5D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8B57AA4-CC86-403A-9F2D-99B44CA83CE4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A940B5-E797-44D6-A773-FE469687A36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FE97E09-1276-5725-9F66-E090810E52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0825" y="987425"/>
            <a:ext cx="2549525" cy="36718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66F1E99B-3BF4-5670-6F75-57CBD066B32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282950" y="987425"/>
            <a:ext cx="5610225" cy="36718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31484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 |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200BC233-7327-40DA-A001-7CB47D27E43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462778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200BC233-7327-40DA-A001-7CB47D27E4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17EC12-2999-D7B8-2F22-5261A4620BC9}"/>
              </a:ext>
            </a:extLst>
          </p:cNvPr>
          <p:cNvSpPr>
            <a:spLocks noGrp="1"/>
          </p:cNvSpPr>
          <p:nvPr>
            <p:ph sz="quarter" idx="27"/>
          </p:nvPr>
        </p:nvSpPr>
        <p:spPr bwMode="ltGray">
          <a:xfrm>
            <a:off x="250825" y="987425"/>
            <a:ext cx="2779713" cy="3683000"/>
          </a:xfrm>
          <a:solidFill>
            <a:schemeClr val="tx2"/>
          </a:solidFill>
        </p:spPr>
        <p:txBody>
          <a:bodyPr lIns="72000" tIns="72000" rIns="72000" bIns="72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4CF94D30-E574-9178-1D36-0BB1D18E8FB2}"/>
              </a:ext>
            </a:extLst>
          </p:cNvPr>
          <p:cNvSpPr>
            <a:spLocks noGrp="1"/>
          </p:cNvSpPr>
          <p:nvPr>
            <p:ph sz="quarter" idx="28"/>
          </p:nvPr>
        </p:nvSpPr>
        <p:spPr bwMode="ltGray">
          <a:xfrm>
            <a:off x="3182408" y="989881"/>
            <a:ext cx="2779713" cy="3683000"/>
          </a:xfrm>
          <a:solidFill>
            <a:schemeClr val="tx2"/>
          </a:solidFill>
        </p:spPr>
        <p:txBody>
          <a:bodyPr lIns="72000" tIns="72000" rIns="72000" bIns="72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B8C561CB-A528-4BBB-FE90-869BAE4C87AF}"/>
              </a:ext>
            </a:extLst>
          </p:cNvPr>
          <p:cNvSpPr>
            <a:spLocks noGrp="1"/>
          </p:cNvSpPr>
          <p:nvPr>
            <p:ph sz="quarter" idx="29"/>
          </p:nvPr>
        </p:nvSpPr>
        <p:spPr bwMode="ltGray">
          <a:xfrm>
            <a:off x="6113462" y="989881"/>
            <a:ext cx="2779713" cy="3683000"/>
          </a:xfrm>
          <a:solidFill>
            <a:schemeClr val="tx2"/>
          </a:solidFill>
        </p:spPr>
        <p:txBody>
          <a:bodyPr lIns="72000" tIns="72000" rIns="72000" bIns="72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17" name="Fußzeilenplatzhalter 2">
            <a:extLst>
              <a:ext uri="{FF2B5EF4-FFF2-40B4-BE49-F238E27FC236}">
                <a16:creationId xmlns:a16="http://schemas.microsoft.com/office/drawing/2014/main" id="{877D7D67-BFFB-62A6-640D-4F6EF88C96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8953" y="4669639"/>
            <a:ext cx="5760000" cy="20557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lang="en-US" sz="800" b="0" i="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de-DE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A1361890-BCE9-4670-BA98-762E04E2EC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5044" y="4672881"/>
            <a:ext cx="468130" cy="202331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fld id="{E8B57AA4-CC86-403A-9F2D-99B44CA83CE4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D9B346-830F-670F-266E-B4ED5987C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54" y="282072"/>
            <a:ext cx="5703167" cy="208511"/>
          </a:xfrm>
        </p:spPr>
        <p:txBody>
          <a:bodyPr vert="horz" wrap="square"/>
          <a:lstStyle/>
          <a:p>
            <a:endParaRPr lang="nl-B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4FDAC83-6151-51C4-1E61-A24590E43E2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49540" y="278131"/>
            <a:ext cx="2736000" cy="574675"/>
          </a:xfrm>
        </p:spPr>
        <p:txBody>
          <a:bodyPr wrap="square">
            <a:noAutofit/>
          </a:bodyPr>
          <a:lstStyle>
            <a:lvl1pPr marL="0" indent="0">
              <a:buNone/>
              <a:defRPr sz="900"/>
            </a:lvl1pPr>
          </a:lstStyle>
          <a:p>
            <a:pPr lvl="0"/>
            <a:r>
              <a:rPr lang="en-US"/>
              <a:t>Click to edit content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2C4051-CEAA-A4B8-19BF-93D8D1877A22}"/>
              </a:ext>
            </a:extLst>
          </p:cNvPr>
          <p:cNvSpPr>
            <a:spLocks noGrp="1"/>
          </p:cNvSpPr>
          <p:nvPr>
            <p:ph type="dt" sz="half" idx="12"/>
          </p:nvPr>
        </p:nvSpPr>
        <p:spPr bwMode="black">
          <a:xfrm>
            <a:off x="6333524" y="4672881"/>
            <a:ext cx="2057400" cy="202331"/>
          </a:xfrm>
        </p:spPr>
        <p:txBody>
          <a:bodyPr/>
          <a:lstStyle/>
          <a:p>
            <a:endParaRPr lang="nl-BE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BC7FB99-96BD-0278-EC27-7D663ABACA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0826" y="518400"/>
            <a:ext cx="5711296" cy="239712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nl-BE"/>
              <a:t>[</a:t>
            </a:r>
            <a:r>
              <a:rPr lang="nl-BE" err="1"/>
              <a:t>Subtitle</a:t>
            </a:r>
            <a:r>
              <a:rPr lang="nl-BE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471530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 | 3 columns +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E3E6F75-3A87-4903-B598-D451C0327A3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57679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E3E6F75-3A87-4903-B598-D451C0327A3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Picture Placeholder 10">
            <a:extLst>
              <a:ext uri="{FF2B5EF4-FFF2-40B4-BE49-F238E27FC236}">
                <a16:creationId xmlns:a16="http://schemas.microsoft.com/office/drawing/2014/main" id="{60CB8183-26A9-7D08-4553-B1A57210B26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50825" y="1012197"/>
            <a:ext cx="2877706" cy="1659883"/>
          </a:xfrm>
          <a:prstGeom prst="rect">
            <a:avLst/>
          </a:prstGeom>
          <a:solidFill>
            <a:srgbClr val="D7D2CB"/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99DE"/>
              </a:buClr>
              <a:buSzTx/>
              <a:buFont typeface="Wingdings" panose="05000000000000000000" pitchFamily="2" charset="2"/>
              <a:buNone/>
              <a:tabLst/>
              <a:defRPr sz="7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Choose a color or picture</a:t>
            </a:r>
            <a:endParaRPr lang="nl-BE"/>
          </a:p>
        </p:txBody>
      </p:sp>
      <p:sp>
        <p:nvSpPr>
          <p:cNvPr id="32" name="Picture Placeholder 10">
            <a:extLst>
              <a:ext uri="{FF2B5EF4-FFF2-40B4-BE49-F238E27FC236}">
                <a16:creationId xmlns:a16="http://schemas.microsoft.com/office/drawing/2014/main" id="{CEF0E478-B3A9-E9D2-FC5A-0B57FEBAC819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3142083" y="1012197"/>
            <a:ext cx="2864152" cy="1659883"/>
          </a:xfrm>
          <a:prstGeom prst="rect">
            <a:avLst/>
          </a:prstGeom>
          <a:solidFill>
            <a:srgbClr val="D7D2CB"/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99DE"/>
              </a:buClr>
              <a:buSzTx/>
              <a:buFont typeface="Wingdings" panose="05000000000000000000" pitchFamily="2" charset="2"/>
              <a:buNone/>
              <a:tabLst/>
              <a:defRPr sz="7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Choose a color or picture</a:t>
            </a:r>
            <a:endParaRPr lang="nl-BE"/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D266051B-1788-6DC9-DBC1-079C9FD769F1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015471" y="1012197"/>
            <a:ext cx="2877704" cy="1659883"/>
          </a:xfrm>
          <a:prstGeom prst="rect">
            <a:avLst/>
          </a:prstGeom>
          <a:solidFill>
            <a:srgbClr val="D7D2CB"/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99DE"/>
              </a:buClr>
              <a:buSzTx/>
              <a:buFont typeface="Wingdings" panose="05000000000000000000" pitchFamily="2" charset="2"/>
              <a:buNone/>
              <a:tabLst/>
              <a:defRPr sz="7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Choose a color or picture</a:t>
            </a:r>
            <a:endParaRPr lang="nl-BE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19EF29F-9481-F58F-445E-64302BC5796D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C88D81D-4A50-DE8F-81D5-23FD144744AF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E8B57AA4-CC86-403A-9F2D-99B44CA83CE4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7A0BB0-4423-8882-9979-41E743B9FA32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264379" y="2685331"/>
            <a:ext cx="2864152" cy="1973982"/>
          </a:xfrm>
        </p:spPr>
        <p:txBody>
          <a:bodyPr lIns="72000" tIns="72000" rIns="72000" bIns="72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34A17779-7404-75B6-FD77-2ED3703A3EFE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131290" y="2685331"/>
            <a:ext cx="2878138" cy="1973982"/>
          </a:xfrm>
        </p:spPr>
        <p:txBody>
          <a:bodyPr lIns="72000" tIns="72000" rIns="72000" bIns="72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9F5C2DF6-7C6C-F41D-1603-393B637B403C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6018953" y="2685331"/>
            <a:ext cx="2865419" cy="1973982"/>
          </a:xfrm>
        </p:spPr>
        <p:txBody>
          <a:bodyPr lIns="72000" tIns="72000" rIns="72000" bIns="72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C26938-93DD-6EA2-5E4A-2033A2E62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54" y="282072"/>
            <a:ext cx="5589112" cy="208511"/>
          </a:xfrm>
        </p:spPr>
        <p:txBody>
          <a:bodyPr vert="horz" wrap="square"/>
          <a:lstStyle/>
          <a:p>
            <a:endParaRPr lang="nl-BE"/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1D65CBFC-88BB-54A1-6F5B-100B4CB7B13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49540" y="278131"/>
            <a:ext cx="2736000" cy="574675"/>
          </a:xfrm>
        </p:spPr>
        <p:txBody>
          <a:bodyPr wrap="square">
            <a:noAutofit/>
          </a:bodyPr>
          <a:lstStyle>
            <a:lvl1pPr marL="0" indent="0">
              <a:buNone/>
              <a:defRPr sz="900"/>
            </a:lvl1pPr>
          </a:lstStyle>
          <a:p>
            <a:pPr lvl="0"/>
            <a:r>
              <a:rPr lang="en-US"/>
              <a:t>Click to edit content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6B7B0895-974C-C683-C077-D8483237580C}"/>
              </a:ext>
            </a:extLst>
          </p:cNvPr>
          <p:cNvSpPr>
            <a:spLocks noGrp="1"/>
          </p:cNvSpPr>
          <p:nvPr>
            <p:ph type="dt" sz="half" idx="12"/>
          </p:nvPr>
        </p:nvSpPr>
        <p:spPr bwMode="black">
          <a:xfrm>
            <a:off x="6333524" y="4672881"/>
            <a:ext cx="2057400" cy="202331"/>
          </a:xfrm>
        </p:spPr>
        <p:txBody>
          <a:bodyPr/>
          <a:lstStyle/>
          <a:p>
            <a:endParaRPr lang="nl-BE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8FFDD3D9-EE6D-BC4D-09D0-D0AFB54AAEF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50826" y="518400"/>
            <a:ext cx="5597240" cy="239712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nl-BE"/>
              <a:t>[</a:t>
            </a:r>
            <a:r>
              <a:rPr lang="nl-BE" err="1"/>
              <a:t>Subtitle</a:t>
            </a:r>
            <a:r>
              <a:rPr lang="nl-BE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4110775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 |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4732BD8-418C-4BDF-A10E-549E101203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932828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4732BD8-418C-4BDF-A10E-549E101203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74486D7A-9D19-9FA8-79ED-E6A2947E3C1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022726" y="268288"/>
            <a:ext cx="4870450" cy="4606924"/>
          </a:xfrm>
          <a:prstGeom prst="rect">
            <a:avLst/>
          </a:prstGeom>
          <a:solidFill>
            <a:schemeClr val="tx2"/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99DE"/>
              </a:buClr>
              <a:buSzTx/>
              <a:buFont typeface="Wingdings" panose="05000000000000000000" pitchFamily="2" charset="2"/>
              <a:buNone/>
              <a:tabLst/>
              <a:defRPr sz="7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Choose a color or picture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75651-1227-F5A8-0981-F428D4E815BA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250825" y="2074863"/>
            <a:ext cx="3546475" cy="2366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36BFABB6-FD36-750D-41A1-ACBE1E15893C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5D9A9D8-75A7-3789-06E1-808A20D4CDA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258954" y="4669639"/>
            <a:ext cx="3538346" cy="205573"/>
          </a:xfrm>
        </p:spPr>
        <p:txBody>
          <a:bodyPr/>
          <a:lstStyle/>
          <a:p>
            <a:endParaRPr lang="de-DE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542A26E-4336-768F-1380-A3743DCF236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8B57AA4-CC86-403A-9F2D-99B44CA83CE4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CB3C8D-A744-E98E-01C3-82F14216F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54" y="282072"/>
            <a:ext cx="3538346" cy="208511"/>
          </a:xfrm>
        </p:spPr>
        <p:txBody>
          <a:bodyPr vert="horz" wrap="square"/>
          <a:lstStyle/>
          <a:p>
            <a:endParaRPr lang="nl-BE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AFDFCC05-0F8B-7FF4-106B-7D06C77D5E8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0825" y="518400"/>
            <a:ext cx="3546475" cy="239712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nl-BE"/>
              <a:t>[</a:t>
            </a:r>
            <a:r>
              <a:rPr lang="nl-BE" err="1"/>
              <a:t>Subtitle</a:t>
            </a:r>
            <a:r>
              <a:rPr lang="nl-BE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6248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 | key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C284EA97-31E5-8E78-A6FA-A4543A6C7DE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693600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C284EA97-31E5-8E78-A6FA-A4543A6C7DE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65DB2EE2-D21B-5E2A-B800-A2D2D07CABB9}"/>
              </a:ext>
            </a:extLst>
          </p:cNvPr>
          <p:cNvSpPr/>
          <p:nvPr userDrawn="1"/>
        </p:nvSpPr>
        <p:spPr bwMode="ltGray">
          <a:xfrm>
            <a:off x="3132000" y="987425"/>
            <a:ext cx="2880000" cy="40349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nl-BE" sz="1400" b="0" i="0" err="1">
              <a:solidFill>
                <a:schemeClr val="bg1"/>
              </a:solidFill>
              <a:latin typeface="+mn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8CECE0C-95D2-B1D5-670D-867A72066883}"/>
              </a:ext>
            </a:extLst>
          </p:cNvPr>
          <p:cNvSpPr/>
          <p:nvPr userDrawn="1"/>
        </p:nvSpPr>
        <p:spPr bwMode="ltGray">
          <a:xfrm>
            <a:off x="6138000" y="987425"/>
            <a:ext cx="2880000" cy="40349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nl-BE" sz="1400" b="0" i="0" err="1">
              <a:solidFill>
                <a:schemeClr val="bg1"/>
              </a:solidFill>
              <a:latin typeface="+mn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92DC11-924E-95A3-7240-E7AA5E633226}"/>
              </a:ext>
            </a:extLst>
          </p:cNvPr>
          <p:cNvSpPr/>
          <p:nvPr userDrawn="1"/>
        </p:nvSpPr>
        <p:spPr bwMode="ltGray">
          <a:xfrm>
            <a:off x="126001" y="987425"/>
            <a:ext cx="2880000" cy="40349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nl-BE" sz="1400" b="0" i="0" err="1">
              <a:solidFill>
                <a:schemeClr val="bg1"/>
              </a:solidFill>
              <a:latin typeface="+mn-lt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458359B-F342-2E8E-AEEA-5DDCA0973F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7650" y="2177063"/>
            <a:ext cx="2628000" cy="819150"/>
          </a:xfrm>
        </p:spPr>
        <p:txBody>
          <a:bodyPr wrap="square" anchor="b" anchorCtr="0">
            <a:noAutofit/>
          </a:bodyPr>
          <a:lstStyle>
            <a:lvl1pPr marL="0" indent="0" algn="ctr">
              <a:lnSpc>
                <a:spcPct val="90000"/>
              </a:lnSpc>
              <a:buNone/>
              <a:defRPr sz="360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nl-BE"/>
              <a:t>##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9B7D41A8-129E-CB23-2AC8-B9A8865BA07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58000" y="2177698"/>
            <a:ext cx="2628000" cy="819150"/>
          </a:xfrm>
        </p:spPr>
        <p:txBody>
          <a:bodyPr wrap="square" anchor="b" anchorCtr="0">
            <a:noAutofit/>
          </a:bodyPr>
          <a:lstStyle>
            <a:lvl1pPr marL="0" indent="0" algn="ctr">
              <a:lnSpc>
                <a:spcPct val="90000"/>
              </a:lnSpc>
              <a:buNone/>
              <a:defRPr sz="360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nl-BE"/>
              <a:t>##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00D20DAF-0C30-0FB3-5C15-CB68510D424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64000" y="2185318"/>
            <a:ext cx="2628000" cy="819150"/>
          </a:xfrm>
        </p:spPr>
        <p:txBody>
          <a:bodyPr wrap="square" anchor="b" anchorCtr="0">
            <a:noAutofit/>
          </a:bodyPr>
          <a:lstStyle>
            <a:lvl1pPr marL="0" indent="0" algn="ctr">
              <a:lnSpc>
                <a:spcPct val="90000"/>
              </a:lnSpc>
              <a:buNone/>
              <a:defRPr sz="360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nl-BE"/>
              <a:t>##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6248D52-243C-1683-707C-64B5E7637DE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58763" y="3082403"/>
            <a:ext cx="2628000" cy="123476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nl-BE"/>
              <a:t>Click </a:t>
            </a:r>
            <a:r>
              <a:rPr lang="nl-BE" err="1"/>
              <a:t>to</a:t>
            </a:r>
            <a:r>
              <a:rPr lang="nl-BE"/>
              <a:t> </a:t>
            </a:r>
            <a:r>
              <a:rPr lang="nl-BE" err="1"/>
              <a:t>edit</a:t>
            </a:r>
            <a:r>
              <a:rPr lang="nl-BE"/>
              <a:t> </a:t>
            </a:r>
            <a:r>
              <a:rPr lang="nl-BE" err="1"/>
              <a:t>text</a:t>
            </a:r>
            <a:endParaRPr lang="nl-BE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26DBEEAB-9227-BE0B-5967-27E3F3EB123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58000" y="3082403"/>
            <a:ext cx="2628000" cy="123476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nl-BE"/>
              <a:t>Click </a:t>
            </a:r>
            <a:r>
              <a:rPr lang="nl-BE" err="1"/>
              <a:t>to</a:t>
            </a:r>
            <a:r>
              <a:rPr lang="nl-BE"/>
              <a:t> </a:t>
            </a:r>
            <a:r>
              <a:rPr lang="nl-BE" err="1"/>
              <a:t>edit</a:t>
            </a:r>
            <a:r>
              <a:rPr lang="nl-BE"/>
              <a:t> </a:t>
            </a:r>
            <a:r>
              <a:rPr lang="nl-BE" err="1"/>
              <a:t>text</a:t>
            </a:r>
            <a:endParaRPr lang="nl-BE"/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AE8654C9-5EC0-273A-D29E-8F13C50DF74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64000" y="3082403"/>
            <a:ext cx="2628000" cy="123476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nl-BE"/>
              <a:t>Click </a:t>
            </a:r>
            <a:r>
              <a:rPr lang="nl-BE" err="1"/>
              <a:t>to</a:t>
            </a:r>
            <a:r>
              <a:rPr lang="nl-BE"/>
              <a:t> </a:t>
            </a:r>
            <a:r>
              <a:rPr lang="nl-BE" err="1"/>
              <a:t>edit</a:t>
            </a:r>
            <a:r>
              <a:rPr lang="nl-BE"/>
              <a:t> </a:t>
            </a:r>
            <a:r>
              <a:rPr lang="nl-BE" err="1"/>
              <a:t>text</a:t>
            </a:r>
            <a:endParaRPr lang="nl-B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1B2818B-3240-A16A-2DE8-554F41A86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54" y="282072"/>
            <a:ext cx="5753046" cy="208511"/>
          </a:xfrm>
        </p:spPr>
        <p:txBody>
          <a:bodyPr vert="horz" wrap="square"/>
          <a:lstStyle/>
          <a:p>
            <a:endParaRPr lang="nl-BE"/>
          </a:p>
        </p:txBody>
      </p:sp>
      <p:sp>
        <p:nvSpPr>
          <p:cNvPr id="2" name="Textplatzhalter 2">
            <a:extLst>
              <a:ext uri="{FF2B5EF4-FFF2-40B4-BE49-F238E27FC236}">
                <a16:creationId xmlns:a16="http://schemas.microsoft.com/office/drawing/2014/main" id="{FA463D96-E439-5538-39A8-93FD184D8F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44824" y="278131"/>
            <a:ext cx="2736000" cy="574675"/>
          </a:xfrm>
        </p:spPr>
        <p:txBody>
          <a:bodyPr wrap="square">
            <a:noAutofit/>
          </a:bodyPr>
          <a:lstStyle>
            <a:lvl1pPr marL="0" indent="0">
              <a:buNone/>
              <a:defRPr sz="900"/>
            </a:lvl1pPr>
          </a:lstStyle>
          <a:p>
            <a:pPr lvl="0"/>
            <a:r>
              <a:rPr lang="en-US"/>
              <a:t>Click to edit content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80DE541C-C5CD-D3BC-5DCF-52CCED418C7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50825" y="518400"/>
            <a:ext cx="5761175" cy="239712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nl-BE"/>
              <a:t>[</a:t>
            </a:r>
            <a:r>
              <a:rPr lang="nl-BE" err="1"/>
              <a:t>Subtitle</a:t>
            </a:r>
            <a:r>
              <a:rPr lang="nl-BE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40372729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page |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BF3B4A5C-3738-482B-B4BF-4B2A973BF4B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312161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BF3B4A5C-3738-482B-B4BF-4B2A973BF4B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FDE64330-A74E-9142-A6C6-53DB50D2805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264379" y="1012197"/>
            <a:ext cx="2864152" cy="3669821"/>
          </a:xfrm>
          <a:prstGeom prst="rect">
            <a:avLst/>
          </a:prstGeom>
          <a:solidFill>
            <a:srgbClr val="D7D2CB"/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99DE"/>
              </a:buClr>
              <a:buSzTx/>
              <a:buFont typeface="Wingdings" panose="05000000000000000000" pitchFamily="2" charset="2"/>
              <a:buNone/>
              <a:tabLst/>
              <a:defRPr sz="7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Choose a color or picture</a:t>
            </a:r>
            <a:endParaRPr lang="nl-BE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2CE6BAAE-8C75-7440-B6FC-2AAE2E19B3A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3142083" y="1012197"/>
            <a:ext cx="2864152" cy="3669821"/>
          </a:xfrm>
          <a:prstGeom prst="rect">
            <a:avLst/>
          </a:prstGeom>
          <a:solidFill>
            <a:srgbClr val="D7D2CB"/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99DE"/>
              </a:buClr>
              <a:buSzTx/>
              <a:buFont typeface="Wingdings" panose="05000000000000000000" pitchFamily="2" charset="2"/>
              <a:buNone/>
              <a:tabLst/>
              <a:defRPr sz="7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Choose a color or picture</a:t>
            </a:r>
            <a:endParaRPr lang="nl-BE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45183C9D-2170-C242-B222-1DBEAE2B2DD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ltGray">
          <a:xfrm>
            <a:off x="6015471" y="1012197"/>
            <a:ext cx="2864152" cy="3669821"/>
          </a:xfrm>
          <a:prstGeom prst="rect">
            <a:avLst/>
          </a:prstGeom>
          <a:solidFill>
            <a:srgbClr val="D7D2CB"/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99DE"/>
              </a:buClr>
              <a:buSzTx/>
              <a:buFont typeface="Wingdings" panose="05000000000000000000" pitchFamily="2" charset="2"/>
              <a:buNone/>
              <a:tabLst/>
              <a:defRPr sz="7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Choose a color or picture</a:t>
            </a:r>
            <a:endParaRPr lang="nl-B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62AC35A-CB62-0EC7-4577-B7049B787E0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48316" y="278131"/>
            <a:ext cx="2736000" cy="574675"/>
          </a:xfrm>
        </p:spPr>
        <p:txBody>
          <a:bodyPr wrap="square">
            <a:noAutofit/>
          </a:bodyPr>
          <a:lstStyle>
            <a:lvl1pPr marL="0" indent="0">
              <a:buNone/>
              <a:defRPr sz="900"/>
            </a:lvl1pPr>
          </a:lstStyle>
          <a:p>
            <a:pPr lvl="0"/>
            <a:r>
              <a:rPr lang="en-US"/>
              <a:t>Click to edit content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3A9B6F-1B71-F022-EC9D-60A5A778E1EF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7ADDF4-1038-7A79-02D8-DBA4913770F4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3065647-D073-4A53-7318-D8E7620761C9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E8B57AA4-CC86-403A-9F2D-99B44CA83CE4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215FF2-D74F-AE00-CD70-2B0A0649B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54" y="282072"/>
            <a:ext cx="5747281" cy="208511"/>
          </a:xfrm>
        </p:spPr>
        <p:txBody>
          <a:bodyPr vert="horz" wrap="square"/>
          <a:lstStyle/>
          <a:p>
            <a:endParaRPr lang="nl-BE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21119C6-249A-E5C5-214C-56ECC30032F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50825" y="518400"/>
            <a:ext cx="5768129" cy="239712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nl-BE"/>
              <a:t>[</a:t>
            </a:r>
            <a:r>
              <a:rPr lang="nl-BE" err="1"/>
              <a:t>Subtitle</a:t>
            </a:r>
            <a:r>
              <a:rPr lang="nl-BE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9685840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page | full size 3 image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DA71D556-58B4-5D7F-82BE-2B2BF2C2FC0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669757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DA71D556-58B4-5D7F-82BE-2B2BF2C2FC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6CDA396-1A60-DE7F-24CF-F5975A8C1F9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0"/>
            <a:ext cx="3059113" cy="5143500"/>
          </a:xfrm>
          <a:solidFill>
            <a:schemeClr val="bg2"/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nl-BE" err="1"/>
              <a:t>Insert</a:t>
            </a:r>
            <a:r>
              <a:rPr lang="nl-BE"/>
              <a:t> a picture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FDDB2645-EC03-47EF-BF4A-27154B6C034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053822" y="0"/>
            <a:ext cx="3059113" cy="5146676"/>
          </a:xfrm>
          <a:solidFill>
            <a:schemeClr val="accent6"/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nl-BE" err="1"/>
              <a:t>Insert</a:t>
            </a:r>
            <a:r>
              <a:rPr lang="nl-BE"/>
              <a:t> a picture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6C07204E-A4FB-B0D8-796F-4F2D437122D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084887" y="0"/>
            <a:ext cx="3059113" cy="5146676"/>
          </a:xfrm>
          <a:solidFill>
            <a:schemeClr val="bg2"/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nl-BE" err="1"/>
              <a:t>Insert</a:t>
            </a:r>
            <a:r>
              <a:rPr lang="nl-BE"/>
              <a:t> a picture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243C5413-9372-CA95-DFED-6E12C85CB9C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8850" y="2080902"/>
            <a:ext cx="2901414" cy="32945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BE"/>
              <a:t>[</a:t>
            </a:r>
            <a:r>
              <a:rPr lang="nl-BE" err="1"/>
              <a:t>Title</a:t>
            </a:r>
            <a:r>
              <a:rPr lang="nl-BE"/>
              <a:t>]</a:t>
            </a:r>
          </a:p>
        </p:txBody>
      </p:sp>
      <p:sp>
        <p:nvSpPr>
          <p:cNvPr id="25" name="Text Placeholder 20">
            <a:extLst>
              <a:ext uri="{FF2B5EF4-FFF2-40B4-BE49-F238E27FC236}">
                <a16:creationId xmlns:a16="http://schemas.microsoft.com/office/drawing/2014/main" id="{9D26C239-DFFE-8B2C-A0E3-7731CC2D527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60718" y="2080902"/>
            <a:ext cx="2901414" cy="32945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BE"/>
              <a:t>[</a:t>
            </a:r>
            <a:r>
              <a:rPr lang="nl-BE" err="1"/>
              <a:t>Title</a:t>
            </a:r>
            <a:r>
              <a:rPr lang="nl-BE"/>
              <a:t>]</a:t>
            </a:r>
          </a:p>
        </p:txBody>
      </p:sp>
      <p:sp>
        <p:nvSpPr>
          <p:cNvPr id="26" name="Text Placeholder 20">
            <a:extLst>
              <a:ext uri="{FF2B5EF4-FFF2-40B4-BE49-F238E27FC236}">
                <a16:creationId xmlns:a16="http://schemas.microsoft.com/office/drawing/2014/main" id="{DEC1025E-8A29-A020-4EC8-F394F116D75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69097" y="2080902"/>
            <a:ext cx="2901414" cy="32945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BE"/>
              <a:t>[</a:t>
            </a:r>
            <a:r>
              <a:rPr lang="nl-BE" err="1"/>
              <a:t>Title</a:t>
            </a:r>
            <a:r>
              <a:rPr lang="nl-BE"/>
              <a:t>]</a:t>
            </a:r>
          </a:p>
        </p:txBody>
      </p:sp>
      <p:sp>
        <p:nvSpPr>
          <p:cNvPr id="27" name="Date Placeholder 26">
            <a:extLst>
              <a:ext uri="{FF2B5EF4-FFF2-40B4-BE49-F238E27FC236}">
                <a16:creationId xmlns:a16="http://schemas.microsoft.com/office/drawing/2014/main" id="{3B21781C-D9EE-051A-F677-B8F20D4A9B60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28" name="Footer Placeholder 27">
            <a:extLst>
              <a:ext uri="{FF2B5EF4-FFF2-40B4-BE49-F238E27FC236}">
                <a16:creationId xmlns:a16="http://schemas.microsoft.com/office/drawing/2014/main" id="{53325188-B742-A880-91CE-1260E8DB6E51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35E9B3EE-980D-F243-C416-B70A93638F3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E8B57AA4-CC86-403A-9F2D-99B44CA83CE4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E3A42E-1EEA-A4BF-D405-8C05148E2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>
              <a:defRPr/>
            </a:lvl1pPr>
          </a:lstStyle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389900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927" userDrawn="1">
          <p15:clr>
            <a:srgbClr val="FBAE40"/>
          </p15:clr>
        </p15:guide>
        <p15:guide id="2" pos="3855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page | standout with ima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F005290D-31C2-0E08-4FAF-9A0C67535C8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391776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F005290D-31C2-0E08-4FAF-9A0C67535C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DBC5A7-C787-34CB-A4E6-E306A29E058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5A13C8-D02F-979A-175F-75BB6B03BC3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fld id="{E8B57AA4-CC86-403A-9F2D-99B44CA83CE4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4721C3-8B55-2B6E-1E30-6408C776C744}"/>
              </a:ext>
            </a:extLst>
          </p:cNvPr>
          <p:cNvSpPr>
            <a:spLocks noGrp="1"/>
          </p:cNvSpPr>
          <p:nvPr>
            <p:ph type="dt" sz="half" idx="12"/>
          </p:nvPr>
        </p:nvSpPr>
        <p:spPr bwMode="black"/>
        <p:txBody>
          <a:bodyPr/>
          <a:lstStyle/>
          <a:p>
            <a:endParaRPr lang="nl-BE"/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B2ECA8FE-0CA0-0A3B-0C86-5BC6748C461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 bwMode="blackGray">
          <a:xfrm>
            <a:off x="4572000" y="2966565"/>
            <a:ext cx="4087504" cy="1405184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[Paragraph or bullets]</a:t>
            </a:r>
            <a:endParaRPr lang="nl-BE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D9FA4F-AB03-B080-CB7B-02E3B231C70C}"/>
              </a:ext>
            </a:extLst>
          </p:cNvPr>
          <p:cNvSpPr txBox="1"/>
          <p:nvPr userDrawn="1"/>
        </p:nvSpPr>
        <p:spPr>
          <a:xfrm>
            <a:off x="9273540" y="3176"/>
            <a:ext cx="937260" cy="1901824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  <a:buClr>
                <a:schemeClr val="accent1"/>
              </a:buClr>
            </a:pP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Insert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an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image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push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it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back (right-click &gt;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send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back)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so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it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appears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behind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spcAft>
                <a:spcPts val="600"/>
              </a:spcAft>
              <a:buClr>
                <a:schemeClr val="accent1"/>
              </a:buClr>
            </a:pPr>
            <a:endParaRPr lang="nl-BE" sz="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buClr>
                <a:schemeClr val="accent1"/>
              </a:buClr>
            </a:pPr>
            <a:r>
              <a:rPr lang="nl-BE" sz="800" i="1" err="1">
                <a:latin typeface="Arial" panose="020B0604020202020204" pitchFamily="34" charset="0"/>
                <a:cs typeface="Arial" panose="020B0604020202020204" pitchFamily="34" charset="0"/>
              </a:rPr>
              <a:t>Don’t</a:t>
            </a:r>
            <a:r>
              <a:rPr lang="nl-BE" sz="800" i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i="1" err="1">
                <a:latin typeface="Arial" panose="020B0604020202020204" pitchFamily="34" charset="0"/>
                <a:cs typeface="Arial" panose="020B0604020202020204" pitchFamily="34" charset="0"/>
              </a:rPr>
              <a:t>worry</a:t>
            </a:r>
            <a:r>
              <a:rPr lang="nl-BE" sz="800" i="1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nl-BE" sz="800" i="1" err="1"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nl-BE" sz="800" i="1">
                <a:latin typeface="Arial" panose="020B0604020202020204" pitchFamily="34" charset="0"/>
                <a:cs typeface="Arial" panose="020B0604020202020204" pitchFamily="34" charset="0"/>
              </a:rPr>
              <a:t> box </a:t>
            </a:r>
            <a:r>
              <a:rPr lang="nl-BE" sz="800" i="1" err="1">
                <a:latin typeface="Arial" panose="020B0604020202020204" pitchFamily="34" charset="0"/>
                <a:cs typeface="Arial" panose="020B0604020202020204" pitchFamily="34" charset="0"/>
              </a:rPr>
              <a:t>won’t</a:t>
            </a:r>
            <a:r>
              <a:rPr lang="nl-BE" sz="800" i="1">
                <a:latin typeface="Arial" panose="020B0604020202020204" pitchFamily="34" charset="0"/>
                <a:cs typeface="Arial" panose="020B0604020202020204" pitchFamily="34" charset="0"/>
              </a:rPr>
              <a:t> print or display in Slide Show view.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697F08-DD6D-022C-B76E-16E37FD28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54" y="1370974"/>
            <a:ext cx="4872603" cy="860435"/>
          </a:xfrm>
        </p:spPr>
        <p:txBody>
          <a:bodyPr vert="horz" wrap="square"/>
          <a:lstStyle>
            <a:lvl1pPr>
              <a:lnSpc>
                <a:spcPct val="90000"/>
              </a:lnSpc>
              <a:defRPr sz="2400">
                <a:solidFill>
                  <a:schemeClr val="tx1"/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CEE4D921-C531-AC59-0229-1102D9DA393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8763" y="288000"/>
            <a:ext cx="521878" cy="194756"/>
          </a:xfrm>
          <a:prstGeom prst="roundRect">
            <a:avLst>
              <a:gd name="adj" fmla="val 50000"/>
            </a:avLst>
          </a:prstGeom>
          <a:ln w="12700">
            <a:solidFill>
              <a:schemeClr val="accent6"/>
            </a:solidFill>
          </a:ln>
        </p:spPr>
        <p:txBody>
          <a:bodyPr wrap="none" lIns="72000" tIns="0" rIns="72000" bIns="0" anchor="ctr">
            <a:sp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nl-BE"/>
              <a:t>Topic</a:t>
            </a:r>
          </a:p>
        </p:txBody>
      </p:sp>
      <p:sp>
        <p:nvSpPr>
          <p:cNvPr id="12" name="Content Placeholder 13">
            <a:extLst>
              <a:ext uri="{FF2B5EF4-FFF2-40B4-BE49-F238E27FC236}">
                <a16:creationId xmlns:a16="http://schemas.microsoft.com/office/drawing/2014/main" id="{5B147E53-8612-6ADC-FDF7-A1BA32D8C8BD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 bwMode="blackGray">
          <a:xfrm>
            <a:off x="258954" y="2966565"/>
            <a:ext cx="4087504" cy="1405184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[Paragraph or bullets]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6040031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  <p15:guide id="2" orient="horz" pos="162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41D2CDF7-AA1B-CC22-AF43-FD26F94F78E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274014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41D2CDF7-AA1B-CC22-AF43-FD26F94F78E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1912A3-F966-DD84-6A44-A3C8572A72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66DFC-63A2-2B80-8F3C-ECF57E8D60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8B57AA4-CC86-403A-9F2D-99B44CA83CE4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EA9E13-38DC-F296-02D3-1F47A5B1F60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C659EA2-914C-0229-2104-9D0D0D7419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6081" y="1842757"/>
            <a:ext cx="8139776" cy="1002347"/>
          </a:xfrm>
        </p:spPr>
        <p:txBody>
          <a:bodyPr anchor="ctr">
            <a:noAutofit/>
          </a:bodyPr>
          <a:lstStyle>
            <a:lvl1pPr marL="0" indent="0" algn="ctr">
              <a:lnSpc>
                <a:spcPct val="90000"/>
              </a:lnSpc>
              <a:buNone/>
              <a:defRPr sz="3600">
                <a:latin typeface="+mj-lt"/>
              </a:defRPr>
            </a:lvl1pPr>
          </a:lstStyle>
          <a:p>
            <a:pPr lvl="0"/>
            <a:r>
              <a:rPr lang="nl-BE"/>
              <a:t>[</a:t>
            </a:r>
            <a:r>
              <a:rPr lang="nl-BE" err="1"/>
              <a:t>Insert</a:t>
            </a:r>
            <a:r>
              <a:rPr lang="nl-BE"/>
              <a:t> quote here]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2A41AD4-7D09-0491-CB4F-BD46A005CD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31371" y="3630613"/>
            <a:ext cx="4481258" cy="320414"/>
          </a:xfrm>
        </p:spPr>
        <p:txBody>
          <a:bodyPr wrap="square"/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nl-BE"/>
              <a:t>[Author]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1F40A4D-8900-EA7B-0E1E-0C3E3DE64F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8954" y="278263"/>
            <a:ext cx="504746" cy="194756"/>
          </a:xfrm>
          <a:prstGeom prst="roundRect">
            <a:avLst>
              <a:gd name="adj" fmla="val 50000"/>
            </a:avLst>
          </a:prstGeom>
          <a:ln w="12700">
            <a:solidFill>
              <a:schemeClr val="tx1"/>
            </a:solidFill>
          </a:ln>
        </p:spPr>
        <p:txBody>
          <a:bodyPr vert="horz" wrap="none" lIns="72000" rIns="72000" anchor="ctr" anchorCtr="0">
            <a:spAutoFit/>
          </a:bodyPr>
          <a:lstStyle>
            <a:lvl1pPr>
              <a:lnSpc>
                <a:spcPct val="100000"/>
              </a:lnSpc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Topic</a:t>
            </a:r>
            <a:endParaRPr lang="nl-B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1B3A4E-BDB7-53DE-F13F-3E5C0151CDFB}"/>
              </a:ext>
            </a:extLst>
          </p:cNvPr>
          <p:cNvSpPr txBox="1"/>
          <p:nvPr userDrawn="1"/>
        </p:nvSpPr>
        <p:spPr>
          <a:xfrm>
            <a:off x="9273540" y="3176"/>
            <a:ext cx="937260" cy="233910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  <a:buClr>
                <a:schemeClr val="accent1"/>
              </a:buClr>
            </a:pP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you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want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use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a picture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inside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of a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solid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color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insert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dark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, full-slide image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push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it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back (right-click &gt;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send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back)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so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it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appears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behind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err="1"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  <a:r>
              <a:rPr lang="nl-BE" sz="8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spcAft>
                <a:spcPts val="600"/>
              </a:spcAft>
              <a:buClr>
                <a:schemeClr val="accent1"/>
              </a:buClr>
            </a:pPr>
            <a:endParaRPr lang="nl-BE" sz="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buClr>
                <a:schemeClr val="accent1"/>
              </a:buClr>
            </a:pPr>
            <a:r>
              <a:rPr lang="nl-BE" sz="800" i="1" err="1">
                <a:latin typeface="Arial" panose="020B0604020202020204" pitchFamily="34" charset="0"/>
                <a:cs typeface="Arial" panose="020B0604020202020204" pitchFamily="34" charset="0"/>
              </a:rPr>
              <a:t>Don’t</a:t>
            </a:r>
            <a:r>
              <a:rPr lang="nl-BE" sz="800" i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800" i="1" err="1">
                <a:latin typeface="Arial" panose="020B0604020202020204" pitchFamily="34" charset="0"/>
                <a:cs typeface="Arial" panose="020B0604020202020204" pitchFamily="34" charset="0"/>
              </a:rPr>
              <a:t>worry</a:t>
            </a:r>
            <a:r>
              <a:rPr lang="nl-BE" sz="800" i="1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nl-BE" sz="800" i="1" err="1"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nl-BE" sz="800" i="1">
                <a:latin typeface="Arial" panose="020B0604020202020204" pitchFamily="34" charset="0"/>
                <a:cs typeface="Arial" panose="020B0604020202020204" pitchFamily="34" charset="0"/>
              </a:rPr>
              <a:t> box </a:t>
            </a:r>
            <a:r>
              <a:rPr lang="nl-BE" sz="800" i="1" err="1">
                <a:latin typeface="Arial" panose="020B0604020202020204" pitchFamily="34" charset="0"/>
                <a:cs typeface="Arial" panose="020B0604020202020204" pitchFamily="34" charset="0"/>
              </a:rPr>
              <a:t>won’t</a:t>
            </a:r>
            <a:r>
              <a:rPr lang="nl-BE" sz="800" i="1">
                <a:latin typeface="Arial" panose="020B0604020202020204" pitchFamily="34" charset="0"/>
                <a:cs typeface="Arial" panose="020B0604020202020204" pitchFamily="34" charset="0"/>
              </a:rPr>
              <a:t> print or display in Slide Show view.</a:t>
            </a:r>
          </a:p>
        </p:txBody>
      </p:sp>
    </p:spTree>
    <p:extLst>
      <p:ext uri="{BB962C8B-B14F-4D97-AF65-F5344CB8AC3E}">
        <p14:creationId xmlns:p14="http://schemas.microsoft.com/office/powerpoint/2010/main" val="2009891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page with image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1456845F-2F69-EE11-AE5A-9C85268897A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888739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9" imgH="360" progId="TCLayout.ActiveDocument.1">
                  <p:embed/>
                </p:oleObj>
              </mc:Choice>
              <mc:Fallback>
                <p:oleObj name="think-cell Slide" r:id="rId3" imgW="359" imgH="360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1456845F-2F69-EE11-AE5A-9C85268897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3CE3A68D-4C3B-6C9C-7860-923F9EEA007B}"/>
              </a:ext>
            </a:extLst>
          </p:cNvPr>
          <p:cNvSpPr/>
          <p:nvPr userDrawn="1"/>
        </p:nvSpPr>
        <p:spPr bwMode="white">
          <a:xfrm>
            <a:off x="0" y="3176"/>
            <a:ext cx="5261213" cy="51335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nl-BE" sz="1400" b="0" i="0" err="1">
              <a:solidFill>
                <a:schemeClr val="bg1"/>
              </a:solidFill>
              <a:latin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35FB9B-2BF1-BB82-610C-178E2A062C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3552" y="627063"/>
            <a:ext cx="4285397" cy="3822107"/>
          </a:xfrm>
        </p:spPr>
        <p:txBody>
          <a:bodyPr vert="horz" wrap="square" anchor="ctr"/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[Insert quote here]</a:t>
            </a:r>
            <a:endParaRPr lang="nl-BE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9DF7F77-0453-11DD-F01E-616B9FFC8D9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5261212" y="3176"/>
            <a:ext cx="3882788" cy="51435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4950196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ple presen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FC4CDC82-9C34-C96C-E1B8-8255EEEF623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228731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FC4CDC82-9C34-C96C-E1B8-8255EEEF62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5">
            <a:extLst>
              <a:ext uri="{FF2B5EF4-FFF2-40B4-BE49-F238E27FC236}">
                <a16:creationId xmlns:a16="http://schemas.microsoft.com/office/drawing/2014/main" id="{BC9C74EE-AA4D-E422-E0BE-05E7DCA24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/>
          <a:lstStyle>
            <a:lvl1pPr>
              <a:defRPr/>
            </a:lvl1pPr>
          </a:lstStyle>
          <a:p>
            <a:endParaRPr lang="nl-BE"/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E6B20CF2-5EE2-BD6A-9F27-8C1AE4CA438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954" y="3146981"/>
            <a:ext cx="1440000" cy="415498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buNone/>
              <a:defRPr sz="800" b="0"/>
            </a:lvl1pPr>
          </a:lstStyle>
          <a:p>
            <a:pPr lvl="0"/>
            <a:r>
              <a:rPr lang="nl-BE" err="1"/>
              <a:t>Function</a:t>
            </a:r>
            <a:r>
              <a:rPr lang="nl-BE"/>
              <a:t> </a:t>
            </a:r>
            <a:r>
              <a:rPr lang="nl-BE" err="1"/>
              <a:t>title</a:t>
            </a:r>
            <a:endParaRPr lang="nl-BE"/>
          </a:p>
          <a:p>
            <a:pPr lvl="0"/>
            <a:endParaRPr lang="nl-BE"/>
          </a:p>
          <a:p>
            <a:pPr lvl="0"/>
            <a:r>
              <a:rPr lang="nl-BE"/>
              <a:t>(Company name)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935601D3-6A09-989E-0B84-CD5621B879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58954" y="2900409"/>
            <a:ext cx="1440000" cy="138499"/>
          </a:xfrm>
        </p:spPr>
        <p:txBody>
          <a:bodyPr wrap="square" anchor="b">
            <a:noAutofit/>
          </a:bodyPr>
          <a:lstStyle>
            <a:lvl1pPr marL="0" indent="0">
              <a:lnSpc>
                <a:spcPct val="100000"/>
              </a:lnSpc>
              <a:buNone/>
              <a:defRPr sz="8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nl-BE"/>
              <a:t>Name of person</a:t>
            </a:r>
          </a:p>
        </p:txBody>
      </p:sp>
      <p:sp>
        <p:nvSpPr>
          <p:cNvPr id="22" name="Picture Placeholder 13">
            <a:extLst>
              <a:ext uri="{FF2B5EF4-FFF2-40B4-BE49-F238E27FC236}">
                <a16:creationId xmlns:a16="http://schemas.microsoft.com/office/drawing/2014/main" id="{185DFCC5-83FB-497A-3892-E29C92DE71F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258952" y="1280548"/>
            <a:ext cx="1440000" cy="144000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00"/>
            </a:lvl1pPr>
          </a:lstStyle>
          <a:p>
            <a:endParaRPr lang="nl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1B78FB-A229-72A4-1418-B20FEFA0CB12}"/>
              </a:ext>
            </a:extLst>
          </p:cNvPr>
          <p:cNvSpPr>
            <a:spLocks noGrp="1"/>
          </p:cNvSpPr>
          <p:nvPr>
            <p:ph type="dt" sz="half" idx="34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E39BDC-635F-7D2F-5CD2-DDC1C473684E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3D2268-6FEE-8DB8-6573-C54638352226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/>
          <a:p>
            <a:fld id="{E8B57AA4-CC86-403A-9F2D-99B44CA83CE4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D5028307-7A03-2237-E31A-550FAC4FF58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984257" y="3146981"/>
            <a:ext cx="1440000" cy="415498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buNone/>
              <a:defRPr sz="800" b="0"/>
            </a:lvl1pPr>
          </a:lstStyle>
          <a:p>
            <a:pPr lvl="0"/>
            <a:r>
              <a:rPr lang="nl-BE" err="1"/>
              <a:t>Function</a:t>
            </a:r>
            <a:r>
              <a:rPr lang="nl-BE"/>
              <a:t> </a:t>
            </a:r>
            <a:r>
              <a:rPr lang="nl-BE" err="1"/>
              <a:t>title</a:t>
            </a:r>
            <a:endParaRPr lang="nl-BE"/>
          </a:p>
          <a:p>
            <a:pPr lvl="0"/>
            <a:endParaRPr lang="nl-BE"/>
          </a:p>
          <a:p>
            <a:pPr lvl="0"/>
            <a:r>
              <a:rPr lang="nl-BE"/>
              <a:t>(Company name)</a:t>
            </a:r>
          </a:p>
        </p:txBody>
      </p:sp>
      <p:sp>
        <p:nvSpPr>
          <p:cNvPr id="3" name="Text Placeholder 15">
            <a:extLst>
              <a:ext uri="{FF2B5EF4-FFF2-40B4-BE49-F238E27FC236}">
                <a16:creationId xmlns:a16="http://schemas.microsoft.com/office/drawing/2014/main" id="{0EBBFD8C-0087-D187-CC4A-7528969DD6F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984257" y="2900409"/>
            <a:ext cx="1440000" cy="138499"/>
          </a:xfrm>
        </p:spPr>
        <p:txBody>
          <a:bodyPr wrap="square" anchor="b">
            <a:noAutofit/>
          </a:bodyPr>
          <a:lstStyle>
            <a:lvl1pPr marL="0" indent="0">
              <a:lnSpc>
                <a:spcPct val="100000"/>
              </a:lnSpc>
              <a:buNone/>
              <a:defRPr sz="8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nl-BE"/>
              <a:t>Name of person</a:t>
            </a:r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D360F96A-6FDE-73C8-C168-F3FE6BD2537C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984257" y="1280548"/>
            <a:ext cx="1440000" cy="144000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00"/>
            </a:lvl1pPr>
          </a:lstStyle>
          <a:p>
            <a:endParaRPr lang="nl-BE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762B66D1-FC42-920F-0C7D-922F1F53CBF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709561" y="3146981"/>
            <a:ext cx="1440000" cy="415498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buNone/>
              <a:defRPr sz="800" b="0"/>
            </a:lvl1pPr>
          </a:lstStyle>
          <a:p>
            <a:pPr lvl="0"/>
            <a:r>
              <a:rPr lang="nl-BE" err="1"/>
              <a:t>Function</a:t>
            </a:r>
            <a:r>
              <a:rPr lang="nl-BE"/>
              <a:t> </a:t>
            </a:r>
            <a:r>
              <a:rPr lang="nl-BE" err="1"/>
              <a:t>title</a:t>
            </a:r>
            <a:endParaRPr lang="nl-BE"/>
          </a:p>
          <a:p>
            <a:pPr lvl="0"/>
            <a:endParaRPr lang="nl-BE"/>
          </a:p>
          <a:p>
            <a:pPr lvl="0"/>
            <a:r>
              <a:rPr lang="nl-BE"/>
              <a:t>(Company name)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78002292-4E41-2462-17FA-ED89A84A4CC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709561" y="2900409"/>
            <a:ext cx="1440000" cy="138499"/>
          </a:xfrm>
        </p:spPr>
        <p:txBody>
          <a:bodyPr wrap="square" anchor="b">
            <a:noAutofit/>
          </a:bodyPr>
          <a:lstStyle>
            <a:lvl1pPr marL="0" indent="0">
              <a:lnSpc>
                <a:spcPct val="100000"/>
              </a:lnSpc>
              <a:buNone/>
              <a:defRPr sz="8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nl-BE"/>
              <a:t>Name of person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A43EA9FA-111F-4A8B-9DF4-4122652B2E8C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3709561" y="1280548"/>
            <a:ext cx="1440000" cy="144000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00"/>
            </a:lvl1pPr>
          </a:lstStyle>
          <a:p>
            <a:endParaRPr lang="nl-BE"/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5F8CAE2-D5B6-55E2-F6BE-264A734D85E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34865" y="3146981"/>
            <a:ext cx="1440000" cy="415498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buNone/>
              <a:defRPr sz="800" b="0"/>
            </a:lvl1pPr>
          </a:lstStyle>
          <a:p>
            <a:pPr lvl="0"/>
            <a:r>
              <a:rPr lang="nl-BE" err="1"/>
              <a:t>Function</a:t>
            </a:r>
            <a:r>
              <a:rPr lang="nl-BE"/>
              <a:t> </a:t>
            </a:r>
            <a:r>
              <a:rPr lang="nl-BE" err="1"/>
              <a:t>title</a:t>
            </a:r>
            <a:endParaRPr lang="nl-BE"/>
          </a:p>
          <a:p>
            <a:pPr lvl="0"/>
            <a:endParaRPr lang="nl-BE"/>
          </a:p>
          <a:p>
            <a:pPr lvl="0"/>
            <a:r>
              <a:rPr lang="nl-BE"/>
              <a:t>(Company name)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68B09040-4B85-502D-CCC8-5654195C079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434865" y="2900409"/>
            <a:ext cx="1440000" cy="138499"/>
          </a:xfrm>
        </p:spPr>
        <p:txBody>
          <a:bodyPr wrap="square" anchor="b">
            <a:noAutofit/>
          </a:bodyPr>
          <a:lstStyle>
            <a:lvl1pPr marL="0" indent="0">
              <a:lnSpc>
                <a:spcPct val="100000"/>
              </a:lnSpc>
              <a:buNone/>
              <a:defRPr sz="8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nl-BE"/>
              <a:t>Name of person</a:t>
            </a:r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208CE1AA-5167-936B-5164-1D87EEC426AF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5434865" y="1280548"/>
            <a:ext cx="1440000" cy="144000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00"/>
            </a:lvl1pPr>
          </a:lstStyle>
          <a:p>
            <a:endParaRPr lang="nl-BE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5DE8EE4-A704-596D-71CB-BBA14A8EA0F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160172" y="3146981"/>
            <a:ext cx="1440000" cy="415498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buNone/>
              <a:defRPr sz="800" b="0"/>
            </a:lvl1pPr>
          </a:lstStyle>
          <a:p>
            <a:pPr lvl="0"/>
            <a:r>
              <a:rPr lang="nl-BE" err="1"/>
              <a:t>Function</a:t>
            </a:r>
            <a:r>
              <a:rPr lang="nl-BE"/>
              <a:t> </a:t>
            </a:r>
            <a:r>
              <a:rPr lang="nl-BE" err="1"/>
              <a:t>title</a:t>
            </a:r>
            <a:endParaRPr lang="nl-BE"/>
          </a:p>
          <a:p>
            <a:pPr lvl="0"/>
            <a:endParaRPr lang="nl-BE"/>
          </a:p>
          <a:p>
            <a:pPr lvl="0"/>
            <a:r>
              <a:rPr lang="nl-BE"/>
              <a:t>(Company name)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B94CC450-0CF1-A33C-ECB9-518B544DD1EC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160172" y="2900409"/>
            <a:ext cx="1440000" cy="138499"/>
          </a:xfrm>
        </p:spPr>
        <p:txBody>
          <a:bodyPr wrap="square" anchor="b">
            <a:noAutofit/>
          </a:bodyPr>
          <a:lstStyle>
            <a:lvl1pPr marL="0" indent="0">
              <a:lnSpc>
                <a:spcPct val="100000"/>
              </a:lnSpc>
              <a:buNone/>
              <a:defRPr sz="8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nl-BE"/>
              <a:t>Name of person</a:t>
            </a:r>
          </a:p>
        </p:txBody>
      </p:sp>
      <p:sp>
        <p:nvSpPr>
          <p:cNvPr id="18" name="Picture Placeholder 13">
            <a:extLst>
              <a:ext uri="{FF2B5EF4-FFF2-40B4-BE49-F238E27FC236}">
                <a16:creationId xmlns:a16="http://schemas.microsoft.com/office/drawing/2014/main" id="{3E30B0CF-ED03-C233-E8A3-BDB2E832E058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7160172" y="1280548"/>
            <a:ext cx="1440000" cy="144000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00"/>
            </a:lvl1pPr>
          </a:lstStyle>
          <a:p>
            <a:endParaRPr lang="nl-BE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BE31CA9C-BE9E-3585-0102-638AF2FE3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0825" y="518400"/>
            <a:ext cx="6698615" cy="239712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nl-BE"/>
              <a:t>[</a:t>
            </a:r>
            <a:r>
              <a:rPr lang="nl-BE" err="1"/>
              <a:t>Subtitle</a:t>
            </a:r>
            <a:r>
              <a:rPr lang="nl-BE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3396906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pres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FC4CDC82-9C34-C96C-E1B8-8255EEEF623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344119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FC4CDC82-9C34-C96C-E1B8-8255EEEF62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259F3116-F61D-569F-C79E-BD6ECAFBAA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76664" y="1854987"/>
            <a:ext cx="4494478" cy="1349375"/>
          </a:xfrm>
        </p:spPr>
        <p:txBody>
          <a:bodyPr/>
          <a:lstStyle>
            <a:lvl1pPr marL="0" indent="0" rtl="0">
              <a:buNone/>
              <a:defRPr/>
            </a:lvl1pPr>
          </a:lstStyle>
          <a:p>
            <a:pPr lvl="0"/>
            <a:r>
              <a:rPr lang="en-US" noProof="0"/>
              <a:t>Function and biography go here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24BC4CF6-0A82-16BF-1752-C31584BECFB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017211" y="998807"/>
            <a:ext cx="1835182" cy="177564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endParaRPr lang="nl-BE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33B8E0B-B116-29CD-1C47-F7AFB5C42FD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 rtl="0">
              <a:defRPr/>
            </a:lvl1pPr>
          </a:lstStyle>
          <a:p>
            <a:endParaRPr lang="en-US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4AE14E46-73B7-2F98-FC80-3CC492056DB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 rtl="0">
              <a:defRPr/>
            </a:lvl1pPr>
          </a:lstStyle>
          <a:p>
            <a:endParaRPr lang="nl-BE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2406DFD9-5A6F-BEC8-A366-8FC550027E2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 rtl="0">
              <a:defRPr/>
            </a:lvl1pPr>
          </a:lstStyle>
          <a:p>
            <a:fld id="{E8B57AA4-CC86-403A-9F2D-99B44CA83CE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2C7C787-B967-7390-3ECB-235D523DCC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en-US"/>
              <a:t>[Optional title]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A4B0EA4F-2B85-77E7-4D31-0DF0BBB3E39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176664" y="1503536"/>
            <a:ext cx="4494478" cy="336651"/>
          </a:xfrm>
        </p:spPr>
        <p:txBody>
          <a:bodyPr wrap="square" anchor="b">
            <a:noAutofit/>
          </a:bodyPr>
          <a:lstStyle>
            <a:lvl1pPr marL="0" indent="0" rtl="0">
              <a:lnSpc>
                <a:spcPct val="100000"/>
              </a:lnSpc>
              <a:buNone/>
              <a:defRPr sz="2000" b="1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/>
              <a:t>Name of person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99D9B8-DA7B-9421-3D3E-3CFD71A8BB46}"/>
              </a:ext>
            </a:extLst>
          </p:cNvPr>
          <p:cNvSpPr txBox="1"/>
          <p:nvPr userDrawn="1"/>
        </p:nvSpPr>
        <p:spPr>
          <a:xfrm>
            <a:off x="7271025" y="3448426"/>
            <a:ext cx="726161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rtl="0">
              <a:spcAft>
                <a:spcPts val="600"/>
              </a:spcAft>
              <a:buClr>
                <a:schemeClr val="accent1"/>
              </a:buClr>
            </a:pPr>
            <a:r>
              <a:rPr lang="en-US" sz="900">
                <a:hlinkClick r:id="rId5"/>
              </a:rPr>
              <a:t>bekaert.com</a:t>
            </a:r>
            <a:endParaRPr lang="en-US" sz="90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361B122-1FD3-E9BB-9EBF-F875FBB4848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142786" y="3644315"/>
            <a:ext cx="854400" cy="156966"/>
          </a:xfrm>
          <a:noFill/>
        </p:spPr>
        <p:txBody>
          <a:bodyPr wrap="none" lIns="0" tIns="0" rIns="0" bIns="0" rtlCol="0">
            <a:spAutoFit/>
          </a:bodyPr>
          <a:lstStyle>
            <a:lvl1pPr marL="0" indent="0" algn="r" rtl="0">
              <a:buNone/>
              <a:defRPr lang="en-US" sz="900" smtClean="0"/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z="1800" smtClean="0">
                <a:cs typeface="+mn-cs"/>
              </a:defRPr>
            </a:lvl4pPr>
            <a:lvl5pPr>
              <a:defRPr lang="nl-BE" sz="1800">
                <a:cs typeface="+mn-cs"/>
              </a:defRPr>
            </a:lvl5pPr>
          </a:lstStyle>
          <a:p>
            <a:pPr marL="0" lvl="0">
              <a:spcAft>
                <a:spcPts val="600"/>
              </a:spcAft>
              <a:buClr>
                <a:schemeClr val="accent1"/>
              </a:buClr>
            </a:pPr>
            <a:r>
              <a:rPr lang="en-US"/>
              <a:t>Phone number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10B8DE4D-4541-463D-6554-5889CA51F08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68433" y="3858671"/>
            <a:ext cx="828753" cy="156966"/>
          </a:xfrm>
          <a:noFill/>
        </p:spPr>
        <p:txBody>
          <a:bodyPr wrap="none" lIns="0" tIns="0" rIns="0" bIns="0" rtlCol="0">
            <a:spAutoFit/>
          </a:bodyPr>
          <a:lstStyle>
            <a:lvl1pPr marL="0" indent="0" algn="r" rtl="0">
              <a:buNone/>
              <a:defRPr lang="en-US" sz="900" smtClean="0"/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z="1800" smtClean="0">
                <a:cs typeface="+mn-cs"/>
              </a:defRPr>
            </a:lvl4pPr>
            <a:lvl5pPr>
              <a:defRPr lang="nl-BE" sz="1800">
                <a:cs typeface="+mn-cs"/>
              </a:defRPr>
            </a:lvl5pPr>
          </a:lstStyle>
          <a:p>
            <a:pPr marL="0" lvl="0">
              <a:spcAft>
                <a:spcPts val="600"/>
              </a:spcAft>
              <a:buClr>
                <a:schemeClr val="accent1"/>
              </a:buClr>
            </a:pPr>
            <a:r>
              <a:rPr lang="en-US"/>
              <a:t>Email address</a:t>
            </a:r>
          </a:p>
        </p:txBody>
      </p:sp>
    </p:spTree>
    <p:extLst>
      <p:ext uri="{BB962C8B-B14F-4D97-AF65-F5344CB8AC3E}">
        <p14:creationId xmlns:p14="http://schemas.microsoft.com/office/powerpoint/2010/main" val="19853912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C4D93F2A-D115-29C3-660F-908974DDE3A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104007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9" imgH="360" progId="TCLayout.ActiveDocument.1">
                  <p:embed/>
                </p:oleObj>
              </mc:Choice>
              <mc:Fallback>
                <p:oleObj name="think-cell Slide" r:id="rId3" imgW="359" imgH="36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C4D93F2A-D115-29C3-660F-908974DDE3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Graphic 6">
            <a:extLst>
              <a:ext uri="{FF2B5EF4-FFF2-40B4-BE49-F238E27FC236}">
                <a16:creationId xmlns:a16="http://schemas.microsoft.com/office/drawing/2014/main" id="{AFE34A33-9EBA-C1FE-3993-44C9D8E6BE8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 bwMode="black">
          <a:xfrm>
            <a:off x="3029803" y="2109591"/>
            <a:ext cx="3084394" cy="719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9530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23464747-2D62-05FE-187D-E5C9EF8FA59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7083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23464747-2D62-05FE-187D-E5C9EF8FA59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82601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03651EA5-DA5F-4D53-AA49-D00D96557B6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2"/>
            </p:custDataLst>
            <p:extLst>
              <p:ext uri="{D42A27DB-BD31-4B8C-83A1-F6EECF244321}">
                <p14:modId xmlns:p14="http://schemas.microsoft.com/office/powerpoint/2010/main" val="2875932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3" imgW="347" imgH="348" progId="TCLayout.ActiveDocument.1">
                  <p:embed/>
                </p:oleObj>
              </mc:Choice>
              <mc:Fallback>
                <p:oleObj name="think-cell Slide" r:id="rId23" imgW="347" imgH="34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03651EA5-DA5F-4D53-AA49-D00D96557B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>
          <a:xfrm>
            <a:off x="251519" y="987425"/>
            <a:ext cx="8641655" cy="36718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Level 1</a:t>
            </a:r>
          </a:p>
          <a:p>
            <a:pPr lvl="1"/>
            <a:r>
              <a:rPr lang="en-US" noProof="0"/>
              <a:t>Level 2</a:t>
            </a:r>
          </a:p>
          <a:p>
            <a:pPr lvl="2"/>
            <a:r>
              <a:rPr lang="en-US" noProof="0"/>
              <a:t>Level 3</a:t>
            </a:r>
          </a:p>
          <a:p>
            <a:pPr lvl="3"/>
            <a:r>
              <a:rPr lang="en-US" noProof="0"/>
              <a:t>Level 4</a:t>
            </a:r>
          </a:p>
          <a:p>
            <a:pPr lvl="4"/>
            <a:r>
              <a:rPr lang="en-US" noProof="0"/>
              <a:t>Level 5</a:t>
            </a:r>
          </a:p>
          <a:p>
            <a:pPr lvl="5"/>
            <a:r>
              <a:rPr lang="en-US" noProof="0"/>
              <a:t>Level 6</a:t>
            </a:r>
          </a:p>
          <a:p>
            <a:pPr lvl="6"/>
            <a:r>
              <a:rPr lang="en-US" noProof="0"/>
              <a:t>Level 7</a:t>
            </a:r>
          </a:p>
          <a:p>
            <a:pPr lvl="7"/>
            <a:r>
              <a:rPr lang="en-US" noProof="0"/>
              <a:t>Level 8</a:t>
            </a:r>
          </a:p>
          <a:p>
            <a:pPr lvl="8"/>
            <a:r>
              <a:rPr lang="en-US" noProof="0"/>
              <a:t>Level 9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B3B2796-402D-93C3-7A0A-6A0B4C04E4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8954" y="4669639"/>
            <a:ext cx="5760000" cy="20557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 rtl="0">
              <a:defRPr lang="en-US" sz="800" b="0" i="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nl-BE"/>
          </a:p>
        </p:txBody>
      </p:sp>
      <p:sp>
        <p:nvSpPr>
          <p:cNvPr id="18" name="Titelplatzhalter 17">
            <a:extLst>
              <a:ext uri="{FF2B5EF4-FFF2-40B4-BE49-F238E27FC236}">
                <a16:creationId xmlns:a16="http://schemas.microsoft.com/office/drawing/2014/main" id="{D0B96C90-4EDF-D36F-E73B-E0377F138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54" y="282073"/>
            <a:ext cx="6690486" cy="19560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lvl="0"/>
            <a:endParaRPr lang="en-US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B3D96B-B114-4206-BD47-1FD65CACE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5044" y="4672881"/>
            <a:ext cx="468130" cy="202331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 rtl="0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fld id="{E8B57AA4-CC86-403A-9F2D-99B44CA83CE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986F58-1501-6D04-430A-A8E96D01D6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33524" y="4672881"/>
            <a:ext cx="2057400" cy="20233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 rtl="0"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049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  <p:sldLayoutId id="2147483880" r:id="rId2"/>
    <p:sldLayoutId id="2147483857" r:id="rId3"/>
    <p:sldLayoutId id="2147483883" r:id="rId4"/>
    <p:sldLayoutId id="2147483844" r:id="rId5"/>
    <p:sldLayoutId id="2147483853" r:id="rId6"/>
    <p:sldLayoutId id="2147483881" r:id="rId7"/>
    <p:sldLayoutId id="2147483828" r:id="rId8"/>
    <p:sldLayoutId id="2147483850" r:id="rId9"/>
    <p:sldLayoutId id="2147483849" r:id="rId10"/>
    <p:sldLayoutId id="2147483872" r:id="rId11"/>
    <p:sldLayoutId id="2147483650" r:id="rId12"/>
    <p:sldLayoutId id="2147483861" r:id="rId13"/>
    <p:sldLayoutId id="2147483859" r:id="rId14"/>
    <p:sldLayoutId id="2147483858" r:id="rId15"/>
    <p:sldLayoutId id="2147483878" r:id="rId16"/>
    <p:sldLayoutId id="2147483882" r:id="rId17"/>
    <p:sldLayoutId id="2147483876" r:id="rId18"/>
    <p:sldLayoutId id="2147483873" r:id="rId19"/>
    <p:sldLayoutId id="2147483855" r:id="rId2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nl-BE" sz="1400" b="0" i="0" kern="1200" spc="-30" baseline="0" dirty="0">
          <a:solidFill>
            <a:schemeClr val="accent2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182563" marR="0" indent="-182563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800"/>
        </a:spcAft>
        <a:buClr>
          <a:schemeClr val="accent2"/>
        </a:buClr>
        <a:buSzTx/>
        <a:buFont typeface="Symbol" panose="05050102010706020507" pitchFamily="18" charset="2"/>
        <a:buChar char="-"/>
        <a:tabLst/>
        <a:defRPr lang="en-US" sz="1200" b="0" i="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360000" marR="0" indent="-1800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600"/>
        </a:spcAft>
        <a:buClr>
          <a:schemeClr val="accent2"/>
        </a:buClr>
        <a:buSzTx/>
        <a:buFont typeface="Symbol" panose="05050102010706020507" pitchFamily="18" charset="2"/>
        <a:buChar char="-"/>
        <a:tabLst/>
        <a:defRPr lang="en-US" sz="1200" b="0" i="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540000" marR="0" indent="-1800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600"/>
        </a:spcAft>
        <a:buClr>
          <a:schemeClr val="accent2"/>
        </a:buClr>
        <a:buSzTx/>
        <a:buFont typeface="Symbol" panose="05050102010706020507" pitchFamily="18" charset="2"/>
        <a:buChar char="-"/>
        <a:tabLst/>
        <a:defRPr lang="en-US" sz="1100" b="0" i="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720000" marR="0" indent="-1440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500"/>
        </a:spcAft>
        <a:buClr>
          <a:schemeClr val="accent2"/>
        </a:buClr>
        <a:buSzTx/>
        <a:buFont typeface="Symbol" panose="05050102010706020507" pitchFamily="18" charset="2"/>
        <a:buChar char="-"/>
        <a:tabLst/>
        <a:defRPr sz="1000" b="0" i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00000" marR="0" indent="-1440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500"/>
        </a:spcAft>
        <a:buClr>
          <a:schemeClr val="accent2"/>
        </a:buClr>
        <a:buSzTx/>
        <a:buFont typeface="Symbol" pitchFamily="2" charset="2"/>
        <a:buChar char="-"/>
        <a:tabLst/>
        <a:defRPr sz="900" b="0" i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0000" marR="0" indent="-144000" algn="l" defTabSz="914400" rtl="0" eaLnBrk="1" fontAlgn="auto" latinLnBrk="0" hangingPunct="1">
        <a:lnSpc>
          <a:spcPct val="100000"/>
        </a:lnSpc>
        <a:spcBef>
          <a:spcPct val="20000"/>
        </a:spcBef>
        <a:spcAft>
          <a:spcPts val="400"/>
        </a:spcAft>
        <a:buClr>
          <a:schemeClr val="accent2"/>
        </a:buClr>
        <a:buSzTx/>
        <a:buFont typeface="Symbol" panose="05050102010706020507" pitchFamily="18" charset="2"/>
        <a:buChar char="-"/>
        <a:tabLst/>
        <a:defRPr sz="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255713" indent="-139700" algn="l" defTabSz="914400" rtl="0" eaLnBrk="1" latinLnBrk="0" hangingPunct="1">
        <a:spcBef>
          <a:spcPts val="0"/>
        </a:spcBef>
        <a:spcAft>
          <a:spcPts val="400"/>
        </a:spcAft>
        <a:buClr>
          <a:schemeClr val="accent2"/>
        </a:buClr>
        <a:buFont typeface="Symbol" panose="05050102010706020507" pitchFamily="18" charset="2"/>
        <a:buChar char="-"/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1433513" indent="-139700" algn="l" defTabSz="914400" rtl="0" eaLnBrk="1" latinLnBrk="0" hangingPunct="1">
        <a:spcBef>
          <a:spcPts val="0"/>
        </a:spcBef>
        <a:spcAft>
          <a:spcPts val="400"/>
        </a:spcAft>
        <a:buClr>
          <a:schemeClr val="accent2"/>
        </a:buClr>
        <a:buFont typeface="Symbol" panose="05050102010706020507" pitchFamily="18" charset="2"/>
        <a:buChar char="-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1617663" indent="-139700" algn="l" defTabSz="914400" rtl="0" eaLnBrk="1" latinLnBrk="0" hangingPunct="1">
        <a:spcBef>
          <a:spcPts val="0"/>
        </a:spcBef>
        <a:spcAft>
          <a:spcPts val="400"/>
        </a:spcAft>
        <a:buClr>
          <a:schemeClr val="accent2"/>
        </a:buClr>
        <a:buFont typeface="Symbol" panose="05050102010706020507" pitchFamily="18" charset="2"/>
        <a:buChar char="-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9" userDrawn="1">
          <p15:clr>
            <a:srgbClr val="A4A3A4"/>
          </p15:clr>
        </p15:guide>
        <p15:guide id="2" pos="158" userDrawn="1">
          <p15:clr>
            <a:srgbClr val="A4A3A4"/>
          </p15:clr>
        </p15:guide>
        <p15:guide id="4" pos="5602" userDrawn="1">
          <p15:clr>
            <a:srgbClr val="A4A3A4"/>
          </p15:clr>
        </p15:guide>
        <p15:guide id="5" orient="horz" pos="2935" userDrawn="1">
          <p15:clr>
            <a:srgbClr val="A4A3A4"/>
          </p15:clr>
        </p15:guide>
        <p15:guide id="11" orient="horz" pos="395" userDrawn="1">
          <p15:clr>
            <a:srgbClr val="A4A3A4"/>
          </p15:clr>
        </p15:guide>
        <p15:guide id="12" orient="horz" pos="622" userDrawn="1">
          <p15:clr>
            <a:srgbClr val="A4A3A4"/>
          </p15:clr>
        </p15:guide>
        <p15:guide id="13" orient="horz" pos="3072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3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2.bin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Object 14" hidden="1">
            <a:extLst>
              <a:ext uri="{FF2B5EF4-FFF2-40B4-BE49-F238E27FC236}">
                <a16:creationId xmlns:a16="http://schemas.microsoft.com/office/drawing/2014/main" id="{88A4BFD1-A4F7-4F98-9027-C33AE6F7878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6229952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47" imgH="348" progId="TCLayout.ActiveDocument.1">
                  <p:embed/>
                </p:oleObj>
              </mc:Choice>
              <mc:Fallback>
                <p:oleObj name="think-cell Slide" r:id="rId4" imgW="347" imgH="348" progId="TCLayout.ActiveDocument.1">
                  <p:embed/>
                  <p:pic>
                    <p:nvPicPr>
                      <p:cNvPr id="15" name="Object 14" hidden="1">
                        <a:extLst>
                          <a:ext uri="{FF2B5EF4-FFF2-40B4-BE49-F238E27FC236}">
                            <a16:creationId xmlns:a16="http://schemas.microsoft.com/office/drawing/2014/main" id="{88A4BFD1-A4F7-4F98-9027-C33AE6F787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EF0A943-191C-9060-9CE8-8DC332C3D1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Berbasis ESP32 Pusat | PZEM-004T | RS485 Wired | Interval 1 Jam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F106119-122D-39FB-C00C-A3F7B871001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sz="1500" b="0">
                <a:solidFill>
                  <a:srgbClr val="FFFFFF"/>
                </a:solidFill>
              </a:rPr>
              <a:t>Andre Rizkyna Muharam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0D50FBF-0B99-46D7-8409-E3D9376A4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0" dirty="0">
                <a:solidFill>
                  <a:srgbClr val="FFFFFF"/>
                </a:solidFill>
              </a:rPr>
              <a:t>Sistem Monitoring
Kapasitansi Kapasitor Motor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AB3A7E4-5C6A-F3E5-CC67-62CFCBE533E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sz="1300" b="0">
                <a:solidFill>
                  <a:srgbClr val="FFFFFF"/>
                </a:solidFill>
              </a:rPr>
              <a:t>Studi Kasus: Mesin CA, PT Bekaert</a:t>
            </a:r>
          </a:p>
        </p:txBody>
      </p:sp>
    </p:spTree>
    <p:extLst>
      <p:ext uri="{BB962C8B-B14F-4D97-AF65-F5344CB8AC3E}">
        <p14:creationId xmlns:p14="http://schemas.microsoft.com/office/powerpoint/2010/main" val="41878010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3C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241155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id-ID" sz="2000" b="1" dirty="0">
                <a:solidFill>
                  <a:srgbClr val="FF5B2D"/>
                </a:solidFill>
              </a:rPr>
              <a:t>IN THIS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1080" y="4882896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515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5B2D"/>
                </a:solidFill>
              </a:rPr>
              <a:t>Latar Belakang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74320" y="1371600"/>
            <a:ext cx="365760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74320" y="1554480"/>
            <a:ext cx="3749039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rPr sz="1400" dirty="0">
                <a:solidFill>
                  <a:srgbClr val="000000"/>
                </a:solidFill>
              </a:rPr>
              <a:t>-   </a:t>
            </a:r>
            <a:r>
              <a:rPr sz="1400" dirty="0" err="1">
                <a:solidFill>
                  <a:srgbClr val="000000"/>
                </a:solidFill>
              </a:rPr>
              <a:t>Efisiensi</a:t>
            </a:r>
            <a:r>
              <a:rPr sz="1400" dirty="0">
                <a:solidFill>
                  <a:srgbClr val="000000"/>
                </a:solidFill>
              </a:rPr>
              <a:t> </a:t>
            </a:r>
            <a:r>
              <a:rPr sz="1400" dirty="0" err="1">
                <a:solidFill>
                  <a:srgbClr val="000000"/>
                </a:solidFill>
              </a:rPr>
              <a:t>biaya</a:t>
            </a:r>
            <a:r>
              <a:rPr sz="1400" dirty="0">
                <a:solidFill>
                  <a:srgbClr val="000000"/>
                </a:solidFill>
              </a:rPr>
              <a:t> monitoring 10 motor</a:t>
            </a:r>
          </a:p>
          <a:p>
            <a:r>
              <a:rPr sz="1400" dirty="0">
                <a:solidFill>
                  <a:srgbClr val="000000"/>
                </a:solidFill>
              </a:rPr>
              <a:t>-   </a:t>
            </a:r>
            <a:r>
              <a:rPr sz="1400" dirty="0" err="1">
                <a:solidFill>
                  <a:srgbClr val="000000"/>
                </a:solidFill>
              </a:rPr>
              <a:t>Mesin</a:t>
            </a:r>
            <a:r>
              <a:rPr sz="1400" dirty="0">
                <a:solidFill>
                  <a:srgbClr val="000000"/>
                </a:solidFill>
              </a:rPr>
              <a:t> </a:t>
            </a:r>
            <a:r>
              <a:rPr sz="1400" dirty="0" err="1">
                <a:solidFill>
                  <a:srgbClr val="000000"/>
                </a:solidFill>
              </a:rPr>
              <a:t>memanjang</a:t>
            </a:r>
            <a:r>
              <a:rPr sz="1400" dirty="0">
                <a:solidFill>
                  <a:srgbClr val="000000"/>
                </a:solidFill>
              </a:rPr>
              <a:t> </a:t>
            </a:r>
            <a:r>
              <a:rPr sz="1400" dirty="0" err="1">
                <a:solidFill>
                  <a:srgbClr val="000000"/>
                </a:solidFill>
              </a:rPr>
              <a:t>membutuhkan</a:t>
            </a:r>
            <a:r>
              <a:rPr sz="1400" dirty="0">
                <a:solidFill>
                  <a:srgbClr val="000000"/>
                </a:solidFill>
              </a:rPr>
              <a:t> </a:t>
            </a:r>
            <a:r>
              <a:rPr sz="1400" dirty="0" err="1">
                <a:solidFill>
                  <a:srgbClr val="000000"/>
                </a:solidFill>
              </a:rPr>
              <a:t>komunikasi</a:t>
            </a:r>
            <a:r>
              <a:rPr sz="1400" dirty="0">
                <a:solidFill>
                  <a:srgbClr val="000000"/>
                </a:solidFill>
              </a:rPr>
              <a:t> </a:t>
            </a:r>
            <a:r>
              <a:rPr sz="1400" dirty="0" err="1">
                <a:solidFill>
                  <a:srgbClr val="000000"/>
                </a:solidFill>
              </a:rPr>
              <a:t>stabil</a:t>
            </a:r>
            <a:endParaRPr sz="1400" dirty="0">
              <a:solidFill>
                <a:srgbClr val="00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4320" y="25603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5B2D"/>
                </a:solidFill>
              </a:rPr>
              <a:t>Tujuan &amp; Ruang Lingkup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2880360"/>
            <a:ext cx="365760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74320" y="3063239"/>
            <a:ext cx="3749039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rPr sz="1400" dirty="0">
                <a:solidFill>
                  <a:srgbClr val="000000"/>
                </a:solidFill>
              </a:rPr>
              <a:t>-   1 ESP32 </a:t>
            </a:r>
            <a:r>
              <a:rPr sz="1400" dirty="0" err="1">
                <a:solidFill>
                  <a:srgbClr val="000000"/>
                </a:solidFill>
              </a:rPr>
              <a:t>pusat</a:t>
            </a:r>
            <a:r>
              <a:rPr sz="1400" dirty="0">
                <a:solidFill>
                  <a:srgbClr val="000000"/>
                </a:solidFill>
              </a:rPr>
              <a:t> </a:t>
            </a:r>
            <a:r>
              <a:rPr sz="1400" dirty="0" err="1">
                <a:solidFill>
                  <a:srgbClr val="000000"/>
                </a:solidFill>
              </a:rPr>
              <a:t>untuk</a:t>
            </a:r>
            <a:r>
              <a:rPr sz="1400" dirty="0">
                <a:solidFill>
                  <a:srgbClr val="000000"/>
                </a:solidFill>
              </a:rPr>
              <a:t> 1 </a:t>
            </a:r>
            <a:r>
              <a:rPr sz="1400" dirty="0" err="1">
                <a:solidFill>
                  <a:srgbClr val="000000"/>
                </a:solidFill>
              </a:rPr>
              <a:t>mesin</a:t>
            </a:r>
            <a:endParaRPr sz="1400" dirty="0">
              <a:solidFill>
                <a:srgbClr val="000000"/>
              </a:solidFill>
            </a:endParaRPr>
          </a:p>
          <a:p>
            <a:r>
              <a:rPr sz="1400" dirty="0">
                <a:solidFill>
                  <a:srgbClr val="000000"/>
                </a:solidFill>
              </a:rPr>
              <a:t>-   10 PZEM-004T </a:t>
            </a:r>
            <a:r>
              <a:rPr sz="1400" dirty="0" err="1">
                <a:solidFill>
                  <a:srgbClr val="000000"/>
                </a:solidFill>
              </a:rPr>
              <a:t>untuk</a:t>
            </a:r>
            <a:r>
              <a:rPr sz="1400" dirty="0">
                <a:solidFill>
                  <a:srgbClr val="000000"/>
                </a:solidFill>
              </a:rPr>
              <a:t> 10 motor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10515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5B2D"/>
                </a:solidFill>
              </a:rPr>
              <a:t>Metode Pengukuran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00600" y="1371600"/>
            <a:ext cx="365760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800600" y="1554480"/>
            <a:ext cx="3749039" cy="5232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rPr sz="1400" dirty="0"/>
              <a:t>-   220 VAC, 50 Hz</a:t>
            </a:r>
          </a:p>
          <a:p>
            <a:r>
              <a:rPr sz="1400" dirty="0"/>
              <a:t>-   PZEM-004T digital, </a:t>
            </a:r>
            <a:r>
              <a:rPr sz="1400" dirty="0" err="1"/>
              <a:t>tanpa</a:t>
            </a:r>
            <a:r>
              <a:rPr sz="1400" dirty="0"/>
              <a:t> ADC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5603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5B2D"/>
                </a:solidFill>
              </a:rPr>
              <a:t>Sistem &amp; Komponen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800600" y="2880360"/>
            <a:ext cx="365760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800600" y="3063239"/>
            <a:ext cx="3749039" cy="5232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rPr sz="1400" dirty="0"/>
              <a:t>-   RS485 wired daisy-chain</a:t>
            </a:r>
          </a:p>
          <a:p>
            <a:r>
              <a:rPr sz="1400" dirty="0"/>
              <a:t>-   Dashboard web dan data </a:t>
            </a:r>
            <a:r>
              <a:rPr sz="1400" dirty="0" err="1"/>
              <a:t>historis</a:t>
            </a:r>
            <a:endParaRPr sz="1400" dirty="0"/>
          </a:p>
        </p:txBody>
      </p:sp>
      <p:sp>
        <p:nvSpPr>
          <p:cNvPr id="17" name="TextBox 16"/>
          <p:cNvSpPr txBox="1"/>
          <p:nvPr/>
        </p:nvSpPr>
        <p:spPr>
          <a:xfrm>
            <a:off x="4800600" y="3977639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5B2D"/>
                </a:solidFill>
              </a:rPr>
              <a:t>Highlight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00600" y="4297679"/>
            <a:ext cx="365760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800600" y="4389120"/>
            <a:ext cx="3931920" cy="5232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dirty="0" err="1"/>
              <a:t>Kapasitor</a:t>
            </a:r>
            <a:r>
              <a:rPr sz="1400" dirty="0"/>
              <a:t> 2 </a:t>
            </a:r>
            <a:r>
              <a:rPr sz="1400" dirty="0" err="1"/>
              <a:t>uF</a:t>
            </a:r>
            <a:r>
              <a:rPr sz="1400" dirty="0"/>
              <a:t>, warning &gt;5%, danger &gt;=10%, polling 10 motor </a:t>
            </a:r>
            <a:r>
              <a:rPr sz="1400" dirty="0" err="1"/>
              <a:t>setiap</a:t>
            </a:r>
            <a:r>
              <a:rPr sz="1400" dirty="0"/>
              <a:t> 1 jam.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41080" y="4882896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950312"/>
            <a:ext cx="8046720" cy="163121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LATAR BELAKANG DAN TUJUAN</a:t>
            </a:r>
            <a:endParaRPr sz="5000" b="1" dirty="0">
              <a:solidFill>
                <a:schemeClr val="bg1"/>
              </a:solidFill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365760" y="3513909"/>
            <a:ext cx="8046720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41080" y="4882896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20555"/>
            <a:ext cx="275428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id-ID" sz="2000" b="1" dirty="0">
                <a:solidFill>
                  <a:srgbClr val="FF5B2D"/>
                </a:solidFill>
              </a:rPr>
              <a:t>LATAR BELAKANG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74320" y="1188719"/>
            <a:ext cx="388620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20040" y="1371600"/>
            <a:ext cx="3931920" cy="2031325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rPr sz="1400" dirty="0">
                <a:solidFill>
                  <a:srgbClr val="000000"/>
                </a:solidFill>
              </a:rPr>
              <a:t>-   </a:t>
            </a:r>
            <a:r>
              <a:rPr sz="1400" dirty="0" err="1">
                <a:solidFill>
                  <a:srgbClr val="000000"/>
                </a:solidFill>
              </a:rPr>
              <a:t>Kapasitor</a:t>
            </a:r>
            <a:r>
              <a:rPr sz="1400" dirty="0">
                <a:solidFill>
                  <a:srgbClr val="000000"/>
                </a:solidFill>
              </a:rPr>
              <a:t> motor </a:t>
            </a:r>
            <a:r>
              <a:rPr sz="1400" dirty="0" err="1">
                <a:solidFill>
                  <a:srgbClr val="000000"/>
                </a:solidFill>
              </a:rPr>
              <a:t>berpengaruh</a:t>
            </a:r>
            <a:r>
              <a:rPr sz="1400" dirty="0">
                <a:solidFill>
                  <a:srgbClr val="000000"/>
                </a:solidFill>
              </a:rPr>
              <a:t> </a:t>
            </a:r>
            <a:r>
              <a:rPr sz="1400" dirty="0" err="1">
                <a:solidFill>
                  <a:srgbClr val="000000"/>
                </a:solidFill>
              </a:rPr>
              <a:t>terhadap</a:t>
            </a:r>
            <a:r>
              <a:rPr sz="1400" dirty="0">
                <a:solidFill>
                  <a:srgbClr val="000000"/>
                </a:solidFill>
              </a:rPr>
              <a:t> starting, torsi </a:t>
            </a:r>
            <a:r>
              <a:rPr sz="1400" dirty="0" err="1">
                <a:solidFill>
                  <a:srgbClr val="000000"/>
                </a:solidFill>
              </a:rPr>
              <a:t>awal</a:t>
            </a:r>
            <a:r>
              <a:rPr sz="1400" dirty="0">
                <a:solidFill>
                  <a:srgbClr val="000000"/>
                </a:solidFill>
              </a:rPr>
              <a:t>, dan </a:t>
            </a:r>
            <a:r>
              <a:rPr sz="1400" dirty="0" err="1">
                <a:solidFill>
                  <a:srgbClr val="000000"/>
                </a:solidFill>
              </a:rPr>
              <a:t>stabilitas</a:t>
            </a:r>
            <a:r>
              <a:rPr sz="1400" dirty="0">
                <a:solidFill>
                  <a:srgbClr val="000000"/>
                </a:solidFill>
              </a:rPr>
              <a:t> </a:t>
            </a:r>
            <a:r>
              <a:rPr sz="1400" dirty="0" err="1">
                <a:solidFill>
                  <a:srgbClr val="000000"/>
                </a:solidFill>
              </a:rPr>
              <a:t>operasi</a:t>
            </a:r>
            <a:r>
              <a:rPr sz="1400" dirty="0">
                <a:solidFill>
                  <a:srgbClr val="000000"/>
                </a:solidFill>
              </a:rPr>
              <a:t> motor AC.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rPr sz="1400" dirty="0">
                <a:solidFill>
                  <a:srgbClr val="000000"/>
                </a:solidFill>
              </a:rPr>
              <a:t>-   Nilai </a:t>
            </a:r>
            <a:r>
              <a:rPr sz="1400" dirty="0" err="1">
                <a:solidFill>
                  <a:srgbClr val="000000"/>
                </a:solidFill>
              </a:rPr>
              <a:t>kapasitansi</a:t>
            </a:r>
            <a:r>
              <a:rPr sz="1400" dirty="0">
                <a:solidFill>
                  <a:srgbClr val="000000"/>
                </a:solidFill>
              </a:rPr>
              <a:t> </a:t>
            </a:r>
            <a:r>
              <a:rPr sz="1400" dirty="0" err="1">
                <a:solidFill>
                  <a:srgbClr val="000000"/>
                </a:solidFill>
              </a:rPr>
              <a:t>dapat</a:t>
            </a:r>
            <a:r>
              <a:rPr sz="1400" dirty="0">
                <a:solidFill>
                  <a:srgbClr val="000000"/>
                </a:solidFill>
              </a:rPr>
              <a:t> </a:t>
            </a:r>
            <a:r>
              <a:rPr sz="1400" dirty="0" err="1">
                <a:solidFill>
                  <a:srgbClr val="000000"/>
                </a:solidFill>
              </a:rPr>
              <a:t>menurun</a:t>
            </a:r>
            <a:r>
              <a:rPr sz="1400" dirty="0">
                <a:solidFill>
                  <a:srgbClr val="000000"/>
                </a:solidFill>
              </a:rPr>
              <a:t> </a:t>
            </a:r>
            <a:r>
              <a:rPr sz="1400" dirty="0" err="1">
                <a:solidFill>
                  <a:srgbClr val="000000"/>
                </a:solidFill>
              </a:rPr>
              <a:t>akibat</a:t>
            </a:r>
            <a:r>
              <a:rPr sz="1400" dirty="0">
                <a:solidFill>
                  <a:srgbClr val="000000"/>
                </a:solidFill>
              </a:rPr>
              <a:t> </a:t>
            </a:r>
            <a:r>
              <a:rPr sz="1400" dirty="0" err="1">
                <a:solidFill>
                  <a:srgbClr val="000000"/>
                </a:solidFill>
              </a:rPr>
              <a:t>panas</a:t>
            </a:r>
            <a:r>
              <a:rPr sz="1400" dirty="0">
                <a:solidFill>
                  <a:srgbClr val="000000"/>
                </a:solidFill>
              </a:rPr>
              <a:t>, </a:t>
            </a:r>
            <a:r>
              <a:rPr sz="1400" dirty="0" err="1">
                <a:solidFill>
                  <a:srgbClr val="000000"/>
                </a:solidFill>
              </a:rPr>
              <a:t>penuaan</a:t>
            </a:r>
            <a:r>
              <a:rPr sz="1400" dirty="0">
                <a:solidFill>
                  <a:srgbClr val="000000"/>
                </a:solidFill>
              </a:rPr>
              <a:t> </a:t>
            </a:r>
            <a:r>
              <a:rPr sz="1400" dirty="0" err="1">
                <a:solidFill>
                  <a:srgbClr val="000000"/>
                </a:solidFill>
              </a:rPr>
              <a:t>dielektrik</a:t>
            </a:r>
            <a:r>
              <a:rPr sz="1400" dirty="0">
                <a:solidFill>
                  <a:srgbClr val="000000"/>
                </a:solidFill>
              </a:rPr>
              <a:t>, dan </a:t>
            </a:r>
            <a:r>
              <a:rPr sz="1400" dirty="0" err="1">
                <a:solidFill>
                  <a:srgbClr val="000000"/>
                </a:solidFill>
              </a:rPr>
              <a:t>siklus</a:t>
            </a:r>
            <a:r>
              <a:rPr sz="1400" dirty="0">
                <a:solidFill>
                  <a:srgbClr val="000000"/>
                </a:solidFill>
              </a:rPr>
              <a:t> </a:t>
            </a:r>
            <a:r>
              <a:rPr sz="1400" dirty="0" err="1">
                <a:solidFill>
                  <a:srgbClr val="000000"/>
                </a:solidFill>
              </a:rPr>
              <a:t>operasi</a:t>
            </a:r>
            <a:r>
              <a:rPr sz="1400" dirty="0">
                <a:solidFill>
                  <a:srgbClr val="000000"/>
                </a:solidFill>
              </a:rPr>
              <a:t> </a:t>
            </a:r>
            <a:r>
              <a:rPr sz="1400" dirty="0" err="1">
                <a:solidFill>
                  <a:srgbClr val="000000"/>
                </a:solidFill>
              </a:rPr>
              <a:t>berat</a:t>
            </a:r>
            <a:r>
              <a:rPr sz="1400" dirty="0">
                <a:solidFill>
                  <a:srgbClr val="000000"/>
                </a:solidFill>
              </a:rPr>
              <a:t>.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rPr sz="1400" dirty="0">
                <a:solidFill>
                  <a:srgbClr val="000000"/>
                </a:solidFill>
              </a:rPr>
              <a:t>-   </a:t>
            </a:r>
            <a:r>
              <a:rPr sz="1400" dirty="0" err="1">
                <a:solidFill>
                  <a:srgbClr val="000000"/>
                </a:solidFill>
              </a:rPr>
              <a:t>Mesin</a:t>
            </a:r>
            <a:r>
              <a:rPr sz="1400" dirty="0">
                <a:solidFill>
                  <a:srgbClr val="000000"/>
                </a:solidFill>
              </a:rPr>
              <a:t> CA </a:t>
            </a:r>
            <a:r>
              <a:rPr sz="1400" dirty="0" err="1">
                <a:solidFill>
                  <a:srgbClr val="000000"/>
                </a:solidFill>
              </a:rPr>
              <a:t>memiliki</a:t>
            </a:r>
            <a:r>
              <a:rPr sz="1400" dirty="0">
                <a:solidFill>
                  <a:srgbClr val="000000"/>
                </a:solidFill>
              </a:rPr>
              <a:t> </a:t>
            </a:r>
            <a:r>
              <a:rPr sz="1400" dirty="0" err="1">
                <a:solidFill>
                  <a:srgbClr val="000000"/>
                </a:solidFill>
              </a:rPr>
              <a:t>siklus</a:t>
            </a:r>
            <a:r>
              <a:rPr sz="1400" dirty="0">
                <a:solidFill>
                  <a:srgbClr val="000000"/>
                </a:solidFill>
              </a:rPr>
              <a:t> ON/OFF, </a:t>
            </a:r>
            <a:r>
              <a:rPr sz="1400" dirty="0" err="1">
                <a:solidFill>
                  <a:srgbClr val="000000"/>
                </a:solidFill>
              </a:rPr>
              <a:t>sehingga</a:t>
            </a:r>
            <a:r>
              <a:rPr sz="1400" dirty="0">
                <a:solidFill>
                  <a:srgbClr val="000000"/>
                </a:solidFill>
              </a:rPr>
              <a:t> data </a:t>
            </a:r>
            <a:r>
              <a:rPr sz="1400" dirty="0" err="1">
                <a:solidFill>
                  <a:srgbClr val="000000"/>
                </a:solidFill>
              </a:rPr>
              <a:t>historis</a:t>
            </a:r>
            <a:r>
              <a:rPr sz="1400" dirty="0">
                <a:solidFill>
                  <a:srgbClr val="000000"/>
                </a:solidFill>
              </a:rPr>
              <a:t> </a:t>
            </a:r>
            <a:r>
              <a:rPr sz="1400" dirty="0" err="1">
                <a:solidFill>
                  <a:srgbClr val="000000"/>
                </a:solidFill>
              </a:rPr>
              <a:t>dapat</a:t>
            </a:r>
            <a:r>
              <a:rPr sz="1400" dirty="0">
                <a:solidFill>
                  <a:srgbClr val="000000"/>
                </a:solidFill>
              </a:rPr>
              <a:t> </a:t>
            </a:r>
            <a:r>
              <a:rPr sz="1400" dirty="0" err="1">
                <a:solidFill>
                  <a:srgbClr val="000000"/>
                </a:solidFill>
              </a:rPr>
              <a:t>dimanfaatkan</a:t>
            </a:r>
            <a:r>
              <a:rPr sz="1400" dirty="0">
                <a:solidFill>
                  <a:srgbClr val="000000"/>
                </a:solidFill>
              </a:rPr>
              <a:t> </a:t>
            </a:r>
            <a:r>
              <a:rPr sz="1400" dirty="0" err="1">
                <a:solidFill>
                  <a:srgbClr val="000000"/>
                </a:solidFill>
              </a:rPr>
              <a:t>untuk</a:t>
            </a:r>
            <a:r>
              <a:rPr sz="1400" dirty="0">
                <a:solidFill>
                  <a:srgbClr val="000000"/>
                </a:solidFill>
              </a:rPr>
              <a:t> maintenance.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827430"/>
            <a:ext cx="277159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id-ID" sz="2000" b="1" dirty="0">
                <a:solidFill>
                  <a:srgbClr val="FF5B2D"/>
                </a:solidFill>
              </a:rPr>
              <a:t>TUJUAN PROJECT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709160" y="1188719"/>
            <a:ext cx="388620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754880" y="1371600"/>
            <a:ext cx="4023360" cy="181588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rPr sz="1400" dirty="0"/>
              <a:t>-   </a:t>
            </a:r>
            <a:r>
              <a:rPr sz="1400" dirty="0" err="1"/>
              <a:t>Merancang</a:t>
            </a:r>
            <a:r>
              <a:rPr sz="1400" dirty="0"/>
              <a:t> </a:t>
            </a:r>
            <a:r>
              <a:rPr sz="1400" dirty="0" err="1"/>
              <a:t>sistem</a:t>
            </a:r>
            <a:r>
              <a:rPr sz="1400" dirty="0"/>
              <a:t> monitoring </a:t>
            </a:r>
            <a:r>
              <a:rPr sz="1400" dirty="0" err="1"/>
              <a:t>kapasitansi</a:t>
            </a:r>
            <a:r>
              <a:rPr sz="1400" dirty="0"/>
              <a:t> </a:t>
            </a:r>
            <a:r>
              <a:rPr sz="1400" dirty="0" err="1"/>
              <a:t>otomatis</a:t>
            </a:r>
            <a:r>
              <a:rPr sz="1400" dirty="0"/>
              <a:t> </a:t>
            </a:r>
            <a:r>
              <a:rPr sz="1400" dirty="0" err="1"/>
              <a:t>dengan</a:t>
            </a:r>
            <a:r>
              <a:rPr sz="1400" dirty="0"/>
              <a:t> 1 ESP32 </a:t>
            </a:r>
            <a:r>
              <a:rPr sz="1400" dirty="0" err="1"/>
              <a:t>pusat</a:t>
            </a:r>
            <a:r>
              <a:rPr sz="1400" dirty="0"/>
              <a:t> per </a:t>
            </a:r>
            <a:r>
              <a:rPr sz="1400" dirty="0" err="1"/>
              <a:t>mesin</a:t>
            </a:r>
            <a:r>
              <a:rPr sz="1400" dirty="0"/>
              <a:t>.</a:t>
            </a:r>
          </a:p>
          <a:p>
            <a:r>
              <a:rPr sz="1400" dirty="0"/>
              <a:t>-   </a:t>
            </a:r>
            <a:r>
              <a:rPr sz="1400" dirty="0" err="1"/>
              <a:t>Membaca</a:t>
            </a:r>
            <a:r>
              <a:rPr sz="1400" dirty="0"/>
              <a:t> </a:t>
            </a:r>
            <a:r>
              <a:rPr sz="1400" dirty="0" err="1"/>
              <a:t>arus</a:t>
            </a:r>
            <a:r>
              <a:rPr sz="1400" dirty="0"/>
              <a:t>, </a:t>
            </a:r>
            <a:r>
              <a:rPr sz="1400" dirty="0" err="1"/>
              <a:t>tegangan</a:t>
            </a:r>
            <a:r>
              <a:rPr sz="1400" dirty="0"/>
              <a:t>, dan </a:t>
            </a:r>
            <a:r>
              <a:rPr sz="1400" dirty="0" err="1"/>
              <a:t>frekuensi</a:t>
            </a:r>
            <a:r>
              <a:rPr sz="1400" dirty="0"/>
              <a:t> </a:t>
            </a:r>
            <a:r>
              <a:rPr sz="1400" dirty="0" err="1"/>
              <a:t>dari</a:t>
            </a:r>
            <a:r>
              <a:rPr sz="1400" dirty="0"/>
              <a:t> 10 PZEM-004T.</a:t>
            </a:r>
          </a:p>
          <a:p>
            <a:r>
              <a:rPr sz="1400" dirty="0"/>
              <a:t>-   </a:t>
            </a:r>
            <a:r>
              <a:rPr sz="1400" dirty="0" err="1"/>
              <a:t>Menggunakan</a:t>
            </a:r>
            <a:r>
              <a:rPr sz="1400" dirty="0"/>
              <a:t> RS485 wired daisy-chain agar </a:t>
            </a:r>
            <a:r>
              <a:rPr sz="1400" dirty="0" err="1"/>
              <a:t>cocok</a:t>
            </a:r>
            <a:r>
              <a:rPr sz="1400" dirty="0"/>
              <a:t> </a:t>
            </a:r>
            <a:r>
              <a:rPr sz="1400" dirty="0" err="1"/>
              <a:t>untuk</a:t>
            </a:r>
            <a:r>
              <a:rPr sz="1400" dirty="0"/>
              <a:t> </a:t>
            </a:r>
            <a:r>
              <a:rPr sz="1400" dirty="0" err="1"/>
              <a:t>mesin</a:t>
            </a:r>
            <a:r>
              <a:rPr sz="1400" dirty="0"/>
              <a:t> </a:t>
            </a:r>
            <a:r>
              <a:rPr sz="1400" dirty="0" err="1"/>
              <a:t>memanjang</a:t>
            </a:r>
            <a:r>
              <a:rPr sz="1400" dirty="0"/>
              <a:t>.</a:t>
            </a:r>
          </a:p>
          <a:p>
            <a:r>
              <a:rPr sz="1400" dirty="0"/>
              <a:t>-   </a:t>
            </a:r>
            <a:r>
              <a:rPr sz="1400" dirty="0" err="1"/>
              <a:t>Menampilkan</a:t>
            </a:r>
            <a:r>
              <a:rPr sz="1400" dirty="0"/>
              <a:t> status </a:t>
            </a:r>
            <a:r>
              <a:rPr sz="1400" dirty="0" err="1"/>
              <a:t>kapasitor</a:t>
            </a:r>
            <a:r>
              <a:rPr sz="1400" dirty="0"/>
              <a:t> dan </a:t>
            </a:r>
            <a:r>
              <a:rPr sz="1400" dirty="0" err="1"/>
              <a:t>tren</a:t>
            </a:r>
            <a:r>
              <a:rPr sz="1400" dirty="0"/>
              <a:t> </a:t>
            </a:r>
            <a:r>
              <a:rPr sz="1400" dirty="0" err="1"/>
              <a:t>historis</a:t>
            </a:r>
            <a:r>
              <a:rPr sz="1400" dirty="0"/>
              <a:t> pada dashboard web.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888F9-2636-86E6-5717-3043C030E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A7C95DF-F54A-AC8C-0520-E39D0D218DE8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C661B6-132F-213E-E70C-26E23F1BDB60}"/>
              </a:ext>
            </a:extLst>
          </p:cNvPr>
          <p:cNvSpPr txBox="1"/>
          <p:nvPr/>
        </p:nvSpPr>
        <p:spPr>
          <a:xfrm>
            <a:off x="8641080" y="4882896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4EC5A9-663D-F1D7-18F7-0EE562A950FF}"/>
              </a:ext>
            </a:extLst>
          </p:cNvPr>
          <p:cNvSpPr txBox="1"/>
          <p:nvPr/>
        </p:nvSpPr>
        <p:spPr>
          <a:xfrm>
            <a:off x="365760" y="1826214"/>
            <a:ext cx="8046720" cy="175432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id-ID" sz="5400" b="1" dirty="0">
                <a:solidFill>
                  <a:schemeClr val="bg1"/>
                </a:solidFill>
              </a:rPr>
              <a:t>SPESIFIKASI SISTEM YANG DIREVISI</a:t>
            </a:r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C4B1AC57-9763-6663-B553-2704D3CA14BB}"/>
              </a:ext>
            </a:extLst>
          </p:cNvPr>
          <p:cNvCxnSpPr/>
          <p:nvPr/>
        </p:nvCxnSpPr>
        <p:spPr>
          <a:xfrm>
            <a:off x="365760" y="3513909"/>
            <a:ext cx="8046720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7977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41080" y="4882896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2011680" cy="1234440"/>
          </a:xfrm>
          <a:prstGeom prst="rect">
            <a:avLst/>
          </a:prstGeom>
          <a:solidFill>
            <a:srgbClr val="ECEAE6"/>
          </a:solidFill>
          <a:ln w="19050">
            <a:solidFill>
              <a:srgbClr val="FF5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29768" y="1005840"/>
            <a:ext cx="1792224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000" b="1" dirty="0" err="1">
                <a:solidFill>
                  <a:srgbClr val="696969"/>
                </a:solidFill>
              </a:rPr>
              <a:t>Tegangan</a:t>
            </a:r>
            <a:r>
              <a:rPr sz="1000" b="1" dirty="0">
                <a:solidFill>
                  <a:srgbClr val="696969"/>
                </a:solidFill>
              </a:rPr>
              <a:t> </a:t>
            </a:r>
            <a:r>
              <a:rPr sz="1000" b="1" dirty="0" err="1">
                <a:solidFill>
                  <a:srgbClr val="696969"/>
                </a:solidFill>
              </a:rPr>
              <a:t>Kerja</a:t>
            </a:r>
            <a:endParaRPr sz="1000" b="1" dirty="0">
              <a:solidFill>
                <a:srgbClr val="696969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29768" y="1152144"/>
            <a:ext cx="1792224" cy="40233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200" b="1" dirty="0">
                <a:solidFill>
                  <a:srgbClr val="FF5B2D"/>
                </a:solidFill>
              </a:rPr>
              <a:t>220 VAC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1495043"/>
            <a:ext cx="1792224" cy="3931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050" b="0" dirty="0" err="1">
                <a:solidFill>
                  <a:srgbClr val="000000"/>
                </a:solidFill>
              </a:rPr>
              <a:t>Pengukuran</a:t>
            </a:r>
            <a:r>
              <a:rPr sz="1050" b="0" dirty="0">
                <a:solidFill>
                  <a:srgbClr val="000000"/>
                </a:solidFill>
              </a:rPr>
              <a:t> </a:t>
            </a:r>
            <a:r>
              <a:rPr sz="1050" b="0" dirty="0" err="1">
                <a:solidFill>
                  <a:srgbClr val="000000"/>
                </a:solidFill>
              </a:rPr>
              <a:t>dilakukan</a:t>
            </a:r>
            <a:r>
              <a:rPr sz="1050" b="0" dirty="0">
                <a:solidFill>
                  <a:srgbClr val="000000"/>
                </a:solidFill>
              </a:rPr>
              <a:t> pada terminal </a:t>
            </a:r>
            <a:r>
              <a:rPr sz="1050" b="0" dirty="0" err="1">
                <a:solidFill>
                  <a:srgbClr val="000000"/>
                </a:solidFill>
              </a:rPr>
              <a:t>kapasitor</a:t>
            </a:r>
            <a:r>
              <a:rPr sz="1050" b="0" dirty="0">
                <a:solidFill>
                  <a:srgbClr val="000000"/>
                </a:solidFill>
              </a:rPr>
              <a:t>/motor </a:t>
            </a:r>
            <a:r>
              <a:rPr sz="1050" b="0" dirty="0" err="1">
                <a:solidFill>
                  <a:srgbClr val="000000"/>
                </a:solidFill>
              </a:rPr>
              <a:t>sesuai</a:t>
            </a:r>
            <a:r>
              <a:rPr sz="1050" b="0" dirty="0">
                <a:solidFill>
                  <a:srgbClr val="000000"/>
                </a:solidFill>
              </a:rPr>
              <a:t> data </a:t>
            </a:r>
            <a:r>
              <a:rPr sz="1050" b="0" dirty="0" err="1">
                <a:solidFill>
                  <a:srgbClr val="000000"/>
                </a:solidFill>
              </a:rPr>
              <a:t>terbaru</a:t>
            </a:r>
            <a:r>
              <a:rPr sz="1050" b="0" dirty="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6040" y="960120"/>
            <a:ext cx="2011680" cy="1234440"/>
          </a:xfrm>
          <a:prstGeom prst="rect">
            <a:avLst/>
          </a:prstGeom>
          <a:solidFill>
            <a:srgbClr val="ECEAE6"/>
          </a:solidFill>
          <a:ln w="19050">
            <a:solidFill>
              <a:srgbClr val="00A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15768" y="1005840"/>
            <a:ext cx="1792224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000" b="1">
                <a:solidFill>
                  <a:srgbClr val="696969"/>
                </a:solidFill>
              </a:rPr>
              <a:t>Kapasitor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15768" y="1206668"/>
            <a:ext cx="1792224" cy="40233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200" b="1" dirty="0">
                <a:solidFill>
                  <a:srgbClr val="00A550"/>
                </a:solidFill>
              </a:rPr>
              <a:t>2 </a:t>
            </a:r>
            <a:r>
              <a:rPr sz="2200" b="1" dirty="0" err="1">
                <a:solidFill>
                  <a:srgbClr val="00A550"/>
                </a:solidFill>
              </a:rPr>
              <a:t>uF</a:t>
            </a:r>
            <a:endParaRPr sz="2200" b="1" dirty="0">
              <a:solidFill>
                <a:srgbClr val="00A55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715768" y="1581912"/>
            <a:ext cx="1792224" cy="3931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050" b="0" dirty="0">
                <a:solidFill>
                  <a:srgbClr val="000000"/>
                </a:solidFill>
              </a:rPr>
              <a:t>Nilai nominal </a:t>
            </a:r>
            <a:r>
              <a:rPr sz="1050" b="0" dirty="0" err="1">
                <a:solidFill>
                  <a:srgbClr val="000000"/>
                </a:solidFill>
              </a:rPr>
              <a:t>kapasitor</a:t>
            </a:r>
            <a:r>
              <a:rPr sz="1050" b="0" dirty="0">
                <a:solidFill>
                  <a:srgbClr val="000000"/>
                </a:solidFill>
              </a:rPr>
              <a:t> yang </a:t>
            </a:r>
            <a:r>
              <a:rPr sz="1050" b="0" dirty="0" err="1">
                <a:solidFill>
                  <a:srgbClr val="000000"/>
                </a:solidFill>
              </a:rPr>
              <a:t>digunakan</a:t>
            </a:r>
            <a:r>
              <a:rPr sz="1050" b="0" dirty="0">
                <a:solidFill>
                  <a:srgbClr val="000000"/>
                </a:solidFill>
              </a:rPr>
              <a:t> pada </a:t>
            </a:r>
            <a:r>
              <a:rPr sz="1050" b="0" dirty="0" err="1">
                <a:solidFill>
                  <a:srgbClr val="000000"/>
                </a:solidFill>
              </a:rPr>
              <a:t>mesin</a:t>
            </a:r>
            <a:r>
              <a:rPr sz="1050" b="0" dirty="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92040" y="960120"/>
            <a:ext cx="1828800" cy="1234440"/>
          </a:xfrm>
          <a:prstGeom prst="rect">
            <a:avLst/>
          </a:prstGeom>
          <a:solidFill>
            <a:srgbClr val="ECEAE6"/>
          </a:solidFill>
          <a:ln w="19050">
            <a:solidFill>
              <a:srgbClr val="009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01768" y="1001268"/>
            <a:ext cx="1609344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000" b="1">
                <a:solidFill>
                  <a:srgbClr val="696969"/>
                </a:solidFill>
              </a:rPr>
              <a:t>Frekuensi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01768" y="1183030"/>
            <a:ext cx="1609344" cy="40233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200" b="1" dirty="0">
                <a:solidFill>
                  <a:srgbClr val="009ADC"/>
                </a:solidFill>
              </a:rPr>
              <a:t>50 Hz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01768" y="1554480"/>
            <a:ext cx="1609344" cy="3931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050" b="0">
                <a:solidFill>
                  <a:srgbClr val="000000"/>
                </a:solidFill>
              </a:rPr>
              <a:t>Frekuensi listrik untuk perhitungan kapasitansi.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95160" y="960120"/>
            <a:ext cx="1737360" cy="1234440"/>
          </a:xfrm>
          <a:prstGeom prst="rect">
            <a:avLst/>
          </a:prstGeom>
          <a:solidFill>
            <a:srgbClr val="ECEAE6"/>
          </a:solidFill>
          <a:ln w="19050">
            <a:solidFill>
              <a:srgbClr val="915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04888" y="1001268"/>
            <a:ext cx="1517904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t>Controller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04888" y="1220724"/>
            <a:ext cx="1517904" cy="40233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t>1 ESP32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04888" y="1554480"/>
            <a:ext cx="1517904" cy="3931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600"/>
              <a:t>Membaca 10 PZEM lewat RS485.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2569464"/>
            <a:ext cx="399532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id-ID" sz="2000" b="1" dirty="0">
                <a:solidFill>
                  <a:srgbClr val="FF5B2D"/>
                </a:solidFill>
              </a:rPr>
              <a:t>BATAS STATUS KAPASITOR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20040" y="2926080"/>
            <a:ext cx="384048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320040" y="3063240"/>
          <a:ext cx="4389117" cy="1543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61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45720" marR="45720">
                    <a:solidFill>
                      <a:srgbClr val="FF5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Error</a:t>
                      </a:r>
                    </a:p>
                  </a:txBody>
                  <a:tcPr marL="45720" marR="45720">
                    <a:solidFill>
                      <a:srgbClr val="FF5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Rentang kapasitansi</a:t>
                      </a:r>
                    </a:p>
                  </a:txBody>
                  <a:tcPr marL="45720" marR="45720">
                    <a:solidFill>
                      <a:srgbClr val="FF5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</a:rPr>
                        <a:t>Normal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</a:rPr>
                        <a:t>&lt;= 5%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</a:rPr>
                        <a:t>1,90 - 2,10 uF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</a:rPr>
                        <a:t>Warning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</a:rPr>
                        <a:t>&gt; 5%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</a:rPr>
                        <a:t>&lt;1,90 uF atau &gt;2,10 uF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</a:rPr>
                        <a:t>Danger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</a:rPr>
                        <a:t>&gt;= 10%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00000"/>
                          </a:solidFill>
                        </a:rPr>
                        <a:t>&lt;1,80 uF atau &gt;2,20 uF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074920" y="2565252"/>
            <a:ext cx="248080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5B2D"/>
                </a:solidFill>
              </a:rPr>
              <a:t>CATATAN REVISI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074920" y="2926080"/>
            <a:ext cx="365760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120640" y="3063240"/>
            <a:ext cx="3749039" cy="1015663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50">
                <a:solidFill>
                  <a:srgbClr val="000000"/>
                </a:solidFill>
              </a:defRPr>
            </a:pPr>
            <a:r>
              <a:rPr sz="1200" dirty="0"/>
              <a:t>-   1 ESP32 </a:t>
            </a:r>
            <a:r>
              <a:rPr sz="1200" dirty="0" err="1"/>
              <a:t>pusat</a:t>
            </a:r>
            <a:r>
              <a:rPr sz="1200" dirty="0"/>
              <a:t> </a:t>
            </a:r>
            <a:r>
              <a:rPr sz="1200" dirty="0" err="1"/>
              <a:t>untuk</a:t>
            </a:r>
            <a:r>
              <a:rPr sz="1200" dirty="0"/>
              <a:t> 10 motor </a:t>
            </a:r>
            <a:r>
              <a:rPr sz="1200" dirty="0" err="1"/>
              <a:t>dalam</a:t>
            </a:r>
            <a:r>
              <a:rPr sz="1200" dirty="0"/>
              <a:t> 1 </a:t>
            </a:r>
            <a:r>
              <a:rPr sz="1200" dirty="0" err="1"/>
              <a:t>mesin</a:t>
            </a:r>
            <a:r>
              <a:rPr sz="1200" dirty="0"/>
              <a:t>.</a:t>
            </a:r>
          </a:p>
          <a:p>
            <a:r>
              <a:rPr sz="1200" dirty="0"/>
              <a:t>-   </a:t>
            </a:r>
            <a:r>
              <a:rPr sz="1200" dirty="0" err="1"/>
              <a:t>Tiap</a:t>
            </a:r>
            <a:r>
              <a:rPr sz="1200" dirty="0"/>
              <a:t> motor </a:t>
            </a:r>
            <a:r>
              <a:rPr sz="1200" dirty="0" err="1"/>
              <a:t>tetap</a:t>
            </a:r>
            <a:r>
              <a:rPr sz="1200" dirty="0"/>
              <a:t> </a:t>
            </a:r>
            <a:r>
              <a:rPr sz="1200" dirty="0" err="1"/>
              <a:t>memakai</a:t>
            </a:r>
            <a:r>
              <a:rPr sz="1200" dirty="0"/>
              <a:t> 1 PZEM-004T.</a:t>
            </a:r>
          </a:p>
          <a:p>
            <a:r>
              <a:rPr sz="1200" dirty="0"/>
              <a:t>-   Jalur </a:t>
            </a:r>
            <a:r>
              <a:rPr sz="1200" dirty="0" err="1"/>
              <a:t>komunikasi</a:t>
            </a:r>
            <a:r>
              <a:rPr sz="1200" dirty="0"/>
              <a:t> </a:t>
            </a:r>
            <a:r>
              <a:rPr sz="1200" dirty="0" err="1"/>
              <a:t>memakai</a:t>
            </a:r>
            <a:r>
              <a:rPr sz="1200" dirty="0"/>
              <a:t> RS485 daisy-chain.</a:t>
            </a:r>
          </a:p>
          <a:p>
            <a:r>
              <a:rPr sz="1200" dirty="0"/>
              <a:t>-   Interval </a:t>
            </a:r>
            <a:r>
              <a:rPr sz="1200" dirty="0" err="1"/>
              <a:t>pengukuran</a:t>
            </a:r>
            <a:r>
              <a:rPr sz="1200" dirty="0"/>
              <a:t> </a:t>
            </a:r>
            <a:r>
              <a:rPr sz="1200" dirty="0" err="1"/>
              <a:t>setiap</a:t>
            </a:r>
            <a:r>
              <a:rPr sz="1200" dirty="0"/>
              <a:t> 1 jam.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E11D3-4CE8-230E-64FD-7D9918231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B3F145D-A8CD-B99E-B091-04B1E7389ED2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04506C-866F-CE1B-3630-62FFC42C59A2}"/>
              </a:ext>
            </a:extLst>
          </p:cNvPr>
          <p:cNvSpPr txBox="1"/>
          <p:nvPr/>
        </p:nvSpPr>
        <p:spPr>
          <a:xfrm>
            <a:off x="8641080" y="4882896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5F67D2-7E6B-D147-E8B2-C841D21A35FE}"/>
              </a:ext>
            </a:extLst>
          </p:cNvPr>
          <p:cNvSpPr txBox="1"/>
          <p:nvPr/>
        </p:nvSpPr>
        <p:spPr>
          <a:xfrm>
            <a:off x="365760" y="990191"/>
            <a:ext cx="8921931" cy="2585323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id-ID" sz="5400" b="1" dirty="0">
                <a:solidFill>
                  <a:schemeClr val="bg1"/>
                </a:solidFill>
              </a:rPr>
              <a:t>METODOLOGI</a:t>
            </a:r>
            <a:r>
              <a:rPr lang="en-US" sz="5400" b="1" dirty="0">
                <a:solidFill>
                  <a:schemeClr val="bg1"/>
                </a:solidFill>
              </a:rPr>
              <a:t> </a:t>
            </a:r>
            <a:r>
              <a:rPr lang="id-ID" sz="5400" b="1" dirty="0">
                <a:solidFill>
                  <a:schemeClr val="bg1"/>
                </a:solidFill>
              </a:rPr>
              <a:t>PENGUKURAN</a:t>
            </a:r>
            <a:r>
              <a:rPr lang="en-US" sz="5400" b="1" dirty="0">
                <a:solidFill>
                  <a:schemeClr val="bg1"/>
                </a:solidFill>
              </a:rPr>
              <a:t> </a:t>
            </a:r>
            <a:r>
              <a:rPr lang="id-ID" sz="5400" b="1" dirty="0">
                <a:solidFill>
                  <a:schemeClr val="bg1"/>
                </a:solidFill>
              </a:rPr>
              <a:t>KAPASITANSI</a:t>
            </a:r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F3A44E8C-DD80-EAC8-0899-29A096FC2289}"/>
              </a:ext>
            </a:extLst>
          </p:cNvPr>
          <p:cNvCxnSpPr/>
          <p:nvPr/>
        </p:nvCxnSpPr>
        <p:spPr>
          <a:xfrm>
            <a:off x="365760" y="3513909"/>
            <a:ext cx="8046720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15038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41080" y="4882896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36676"/>
            <a:ext cx="348044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id-ID" sz="2000" b="1" dirty="0">
                <a:solidFill>
                  <a:srgbClr val="FF5B2D"/>
                </a:solidFill>
              </a:rPr>
              <a:t>PRINSIP PERHITUNGAN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0040" y="1188719"/>
            <a:ext cx="384048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1371600"/>
            <a:ext cx="384048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FF5B2D"/>
                </a:solidFill>
              </a:rPr>
              <a:t>C = I / (2 pi x f x V)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874519"/>
            <a:ext cx="4023360" cy="120032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rPr sz="1200" dirty="0"/>
              <a:t>-   I = </a:t>
            </a:r>
            <a:r>
              <a:rPr sz="1200" dirty="0" err="1"/>
              <a:t>arus</a:t>
            </a:r>
            <a:r>
              <a:rPr sz="1200" dirty="0"/>
              <a:t> RMS </a:t>
            </a:r>
            <a:r>
              <a:rPr sz="1200" dirty="0" err="1"/>
              <a:t>kapasitor</a:t>
            </a:r>
            <a:r>
              <a:rPr sz="1200" dirty="0"/>
              <a:t> </a:t>
            </a:r>
            <a:r>
              <a:rPr sz="1200" dirty="0" err="1"/>
              <a:t>dari</a:t>
            </a:r>
            <a:r>
              <a:rPr sz="1200" dirty="0"/>
              <a:t> PZEM-004T.</a:t>
            </a:r>
          </a:p>
          <a:p>
            <a:r>
              <a:rPr sz="1200" dirty="0"/>
              <a:t>-   V = </a:t>
            </a:r>
            <a:r>
              <a:rPr sz="1200" dirty="0" err="1"/>
              <a:t>tegangan</a:t>
            </a:r>
            <a:r>
              <a:rPr sz="1200" dirty="0"/>
              <a:t> RMS terminal </a:t>
            </a:r>
            <a:r>
              <a:rPr sz="1200" dirty="0" err="1"/>
              <a:t>kapasitor</a:t>
            </a:r>
            <a:r>
              <a:rPr sz="1200" dirty="0"/>
              <a:t> </a:t>
            </a:r>
            <a:r>
              <a:rPr sz="1200" dirty="0" err="1"/>
              <a:t>dari</a:t>
            </a:r>
            <a:r>
              <a:rPr sz="1200" dirty="0"/>
              <a:t> PZEM-004T.</a:t>
            </a:r>
          </a:p>
          <a:p>
            <a:r>
              <a:rPr sz="1200" dirty="0"/>
              <a:t>-   f = </a:t>
            </a:r>
            <a:r>
              <a:rPr sz="1200" dirty="0" err="1"/>
              <a:t>frekuensi</a:t>
            </a:r>
            <a:r>
              <a:rPr sz="1200" dirty="0"/>
              <a:t> </a:t>
            </a:r>
            <a:r>
              <a:rPr sz="1200" dirty="0" err="1"/>
              <a:t>listrik</a:t>
            </a:r>
            <a:r>
              <a:rPr sz="1200" dirty="0"/>
              <a:t> </a:t>
            </a:r>
            <a:r>
              <a:rPr sz="1200" dirty="0" err="1"/>
              <a:t>dari</a:t>
            </a:r>
            <a:r>
              <a:rPr sz="1200" dirty="0"/>
              <a:t> PZEM-004T.</a:t>
            </a:r>
          </a:p>
          <a:p>
            <a:r>
              <a:rPr sz="1200" dirty="0"/>
              <a:t>-   Hasil C </a:t>
            </a:r>
            <a:r>
              <a:rPr sz="1200" dirty="0" err="1"/>
              <a:t>dikonversi</a:t>
            </a:r>
            <a:r>
              <a:rPr sz="1200" dirty="0"/>
              <a:t> </a:t>
            </a:r>
            <a:r>
              <a:rPr sz="1200" dirty="0" err="1"/>
              <a:t>ke</a:t>
            </a:r>
            <a:r>
              <a:rPr sz="1200" dirty="0"/>
              <a:t> </a:t>
            </a:r>
            <a:r>
              <a:rPr sz="1200" dirty="0" err="1"/>
              <a:t>mikrofarad</a:t>
            </a:r>
            <a:r>
              <a:rPr sz="1200" dirty="0"/>
              <a:t> </a:t>
            </a:r>
            <a:r>
              <a:rPr sz="1200" dirty="0" err="1"/>
              <a:t>untuk</a:t>
            </a:r>
            <a:r>
              <a:rPr sz="1200" dirty="0"/>
              <a:t> dashboard.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440" y="828646"/>
            <a:ext cx="452656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FF5B2D"/>
                </a:solidFill>
              </a:rPr>
              <a:t>CONTOH UNTUK 2 UF / 220 VAC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709160" y="1188719"/>
            <a:ext cx="393192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892040" y="1345479"/>
            <a:ext cx="3474720" cy="685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200" b="1" dirty="0">
                <a:solidFill>
                  <a:srgbClr val="00A550"/>
                </a:solidFill>
              </a:rPr>
              <a:t>I = 2 pi x 50 x 2e-6 x 220
I ≈ 0,138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423160"/>
            <a:ext cx="3840480" cy="120032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rPr sz="1200" dirty="0"/>
              <a:t>-   Karena </a:t>
            </a:r>
            <a:r>
              <a:rPr sz="1200" dirty="0" err="1"/>
              <a:t>arus</a:t>
            </a:r>
            <a:r>
              <a:rPr sz="1200" dirty="0"/>
              <a:t> </a:t>
            </a:r>
            <a:r>
              <a:rPr sz="1200" dirty="0" err="1"/>
              <a:t>kapasitor</a:t>
            </a:r>
            <a:r>
              <a:rPr sz="1200" dirty="0"/>
              <a:t> </a:t>
            </a:r>
            <a:r>
              <a:rPr sz="1200" dirty="0" err="1"/>
              <a:t>kecil</a:t>
            </a:r>
            <a:r>
              <a:rPr sz="1200" dirty="0"/>
              <a:t>, </a:t>
            </a:r>
            <a:r>
              <a:rPr sz="1200" dirty="0" err="1"/>
              <a:t>digunakan</a:t>
            </a:r>
            <a:r>
              <a:rPr sz="1200" dirty="0"/>
              <a:t> PZEM-004T 10A agar </a:t>
            </a:r>
            <a:r>
              <a:rPr sz="1200" dirty="0" err="1"/>
              <a:t>pembacaan</a:t>
            </a:r>
            <a:r>
              <a:rPr sz="1200" dirty="0"/>
              <a:t> </a:t>
            </a:r>
            <a:r>
              <a:rPr sz="1200" dirty="0" err="1"/>
              <a:t>masih</a:t>
            </a:r>
            <a:r>
              <a:rPr sz="1200" dirty="0"/>
              <a:t> </a:t>
            </a:r>
            <a:r>
              <a:rPr sz="1200" dirty="0" err="1"/>
              <a:t>masuk</a:t>
            </a:r>
            <a:r>
              <a:rPr sz="1200" dirty="0"/>
              <a:t> range.</a:t>
            </a:r>
          </a:p>
          <a:p>
            <a:r>
              <a:rPr sz="1200" dirty="0"/>
              <a:t>-   PZEM </a:t>
            </a:r>
            <a:r>
              <a:rPr sz="1200" dirty="0" err="1"/>
              <a:t>diletakkan</a:t>
            </a:r>
            <a:r>
              <a:rPr sz="1200" dirty="0"/>
              <a:t> </a:t>
            </a:r>
            <a:r>
              <a:rPr sz="1200" dirty="0" err="1"/>
              <a:t>dekat</a:t>
            </a:r>
            <a:r>
              <a:rPr sz="1200" dirty="0"/>
              <a:t> </a:t>
            </a:r>
            <a:r>
              <a:rPr sz="1200" dirty="0" err="1"/>
              <a:t>cabang</a:t>
            </a:r>
            <a:r>
              <a:rPr sz="1200" dirty="0"/>
              <a:t> </a:t>
            </a:r>
            <a:r>
              <a:rPr sz="1200" dirty="0" err="1"/>
              <a:t>kapasitor</a:t>
            </a:r>
            <a:r>
              <a:rPr sz="1200" dirty="0"/>
              <a:t>/motor.</a:t>
            </a:r>
          </a:p>
          <a:p>
            <a:r>
              <a:rPr sz="1200" dirty="0"/>
              <a:t>-   ESP32 </a:t>
            </a:r>
            <a:r>
              <a:rPr sz="1200" dirty="0" err="1"/>
              <a:t>pusat</a:t>
            </a:r>
            <a:r>
              <a:rPr sz="1200" dirty="0"/>
              <a:t> </a:t>
            </a:r>
            <a:r>
              <a:rPr sz="1200" dirty="0" err="1"/>
              <a:t>membaca</a:t>
            </a:r>
            <a:r>
              <a:rPr sz="1200" dirty="0"/>
              <a:t> </a:t>
            </a:r>
            <a:r>
              <a:rPr sz="1200" dirty="0" err="1"/>
              <a:t>tiap</a:t>
            </a:r>
            <a:r>
              <a:rPr sz="1200" dirty="0"/>
              <a:t> </a:t>
            </a:r>
            <a:r>
              <a:rPr sz="1200" dirty="0" err="1"/>
              <a:t>alamat</a:t>
            </a:r>
            <a:r>
              <a:rPr sz="1200" dirty="0"/>
              <a:t> PZEM </a:t>
            </a:r>
            <a:r>
              <a:rPr sz="1200" dirty="0" err="1"/>
              <a:t>melalui</a:t>
            </a:r>
            <a:r>
              <a:rPr sz="1200" dirty="0"/>
              <a:t> RS485 </a:t>
            </a:r>
            <a:r>
              <a:rPr sz="1200" dirty="0" err="1"/>
              <a:t>setiap</a:t>
            </a:r>
            <a:r>
              <a:rPr sz="1200" dirty="0"/>
              <a:t> 1 jam.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977639"/>
            <a:ext cx="1188720" cy="5029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A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00000"/>
                </a:solidFill>
              </a:rPr>
              <a:t>Kapasitor
2 uF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86000" y="3977639"/>
            <a:ext cx="1234440" cy="5029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F5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chemeClr val="tx1"/>
                </a:solidFill>
              </a:rPr>
              <a:t>PZEM-004T</a:t>
            </a:r>
          </a:p>
          <a:p>
            <a:pPr algn="ctr"/>
            <a:r>
              <a:rPr sz="1200" b="1">
                <a:solidFill>
                  <a:schemeClr val="tx1"/>
                </a:solidFill>
              </a:rPr>
              <a:t>I, V, 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31920" y="3977639"/>
            <a:ext cx="1325880" cy="5029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9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chemeClr val="tx1"/>
                </a:solidFill>
              </a:rPr>
              <a:t>ESP32 Pusat</a:t>
            </a:r>
          </a:p>
          <a:p>
            <a:pPr algn="ctr"/>
            <a:r>
              <a:rPr sz="1200" b="1">
                <a:solidFill>
                  <a:schemeClr val="tx1"/>
                </a:solidFill>
              </a:rPr>
              <a:t>Hitung 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0" y="3977639"/>
            <a:ext cx="1234440" cy="5029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915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chemeClr val="tx1"/>
                </a:solidFill>
              </a:rPr>
              <a:t>RS485</a:t>
            </a:r>
          </a:p>
          <a:p>
            <a:pPr algn="ctr"/>
            <a:r>
              <a:rPr sz="1200" b="1">
                <a:solidFill>
                  <a:schemeClr val="tx1"/>
                </a:solidFill>
              </a:rPr>
              <a:t>Daisy-chain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20" y="3977639"/>
            <a:ext cx="1143000" cy="5029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A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chemeClr val="tx1"/>
                </a:solidFill>
              </a:rPr>
              <a:t>Dashboard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874519" y="4224528"/>
            <a:ext cx="411481" cy="0"/>
          </a:xfrm>
          <a:prstGeom prst="line">
            <a:avLst/>
          </a:prstGeom>
          <a:ln w="1905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520440" y="4224528"/>
            <a:ext cx="411480" cy="0"/>
          </a:xfrm>
          <a:prstGeom prst="line">
            <a:avLst/>
          </a:prstGeom>
          <a:ln w="1905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257800" y="4224528"/>
            <a:ext cx="457200" cy="0"/>
          </a:xfrm>
          <a:prstGeom prst="line">
            <a:avLst/>
          </a:prstGeom>
          <a:ln w="1905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949440" y="4224528"/>
            <a:ext cx="411480" cy="0"/>
          </a:xfrm>
          <a:prstGeom prst="line">
            <a:avLst/>
          </a:prstGeom>
          <a:ln w="1905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AEBB6-5F9F-9A15-B406-53A16B713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C8D09B1-0F87-2485-CA14-C85E8C0CD558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A783CC-1A9D-66E6-FB0A-E208C48402CA}"/>
              </a:ext>
            </a:extLst>
          </p:cNvPr>
          <p:cNvSpPr txBox="1"/>
          <p:nvPr/>
        </p:nvSpPr>
        <p:spPr>
          <a:xfrm>
            <a:off x="8641080" y="4882896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91D992-1E90-F5CF-18AA-C4BC8BFF42E5}"/>
              </a:ext>
            </a:extLst>
          </p:cNvPr>
          <p:cNvSpPr txBox="1"/>
          <p:nvPr/>
        </p:nvSpPr>
        <p:spPr>
          <a:xfrm>
            <a:off x="365760" y="1759583"/>
            <a:ext cx="8921931" cy="175432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it-IT" sz="5400" b="1" dirty="0">
                <a:solidFill>
                  <a:schemeClr val="bg1"/>
                </a:solidFill>
              </a:rPr>
              <a:t>ALUR AKUISISI DATA PER SIKLUS</a:t>
            </a:r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88F9EA82-066F-6B60-5EBF-AC104C0A1F9D}"/>
              </a:ext>
            </a:extLst>
          </p:cNvPr>
          <p:cNvCxnSpPr/>
          <p:nvPr/>
        </p:nvCxnSpPr>
        <p:spPr>
          <a:xfrm>
            <a:off x="365760" y="3513909"/>
            <a:ext cx="8046720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53057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95360" y="4249347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00000"/>
                </a:solidFill>
              </a:rPr>
              <a:t>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371600" y="1359843"/>
            <a:ext cx="457199" cy="0"/>
          </a:xfrm>
          <a:prstGeom prst="line">
            <a:avLst/>
          </a:prstGeom>
          <a:ln w="1905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788919" y="1359843"/>
            <a:ext cx="457201" cy="0"/>
          </a:xfrm>
          <a:prstGeom prst="line">
            <a:avLst/>
          </a:prstGeom>
          <a:ln w="1905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206240" y="1359843"/>
            <a:ext cx="457200" cy="0"/>
          </a:xfrm>
          <a:prstGeom prst="line">
            <a:avLst/>
          </a:prstGeom>
          <a:ln w="1905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623560" y="1359843"/>
            <a:ext cx="457200" cy="0"/>
          </a:xfrm>
          <a:prstGeom prst="line">
            <a:avLst/>
          </a:prstGeom>
          <a:ln w="1905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040880" y="1359843"/>
            <a:ext cx="457200" cy="0"/>
          </a:xfrm>
          <a:prstGeom prst="line">
            <a:avLst/>
          </a:prstGeom>
          <a:ln w="1905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11480" y="783771"/>
            <a:ext cx="960120" cy="1143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F5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sz="1200" dirty="0">
                <a:solidFill>
                  <a:schemeClr val="tx1"/>
                </a:solidFill>
              </a:rPr>
              <a:t>Interval</a:t>
            </a:r>
          </a:p>
          <a:p>
            <a:pPr algn="ctr"/>
            <a:r>
              <a:rPr sz="1200" dirty="0">
                <a:solidFill>
                  <a:schemeClr val="tx1"/>
                </a:solidFill>
              </a:rPr>
              <a:t>1 Jam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799" y="783771"/>
            <a:ext cx="960120" cy="1143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F5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dirty="0">
                <a:solidFill>
                  <a:schemeClr val="tx1"/>
                </a:solidFill>
              </a:rPr>
              <a:t>2</a:t>
            </a:r>
          </a:p>
          <a:p>
            <a:pPr algn="ctr"/>
            <a:r>
              <a:rPr sz="1200" dirty="0">
                <a:solidFill>
                  <a:schemeClr val="tx1"/>
                </a:solidFill>
              </a:rPr>
              <a:t>Baca</a:t>
            </a:r>
          </a:p>
          <a:p>
            <a:pPr algn="ctr"/>
            <a:r>
              <a:rPr sz="1200" dirty="0">
                <a:solidFill>
                  <a:schemeClr val="tx1"/>
                </a:solidFill>
              </a:rPr>
              <a:t>PZEM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783771"/>
            <a:ext cx="960120" cy="1143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F5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3</a:t>
            </a:r>
          </a:p>
          <a:p>
            <a:pPr algn="ctr"/>
            <a:r>
              <a:rPr sz="1200">
                <a:solidFill>
                  <a:schemeClr val="tx1"/>
                </a:solidFill>
              </a:rPr>
              <a:t>Ambil</a:t>
            </a:r>
          </a:p>
          <a:p>
            <a:pPr algn="ctr"/>
            <a:r>
              <a:rPr sz="1200">
                <a:solidFill>
                  <a:schemeClr val="tx1"/>
                </a:solidFill>
              </a:rPr>
              <a:t>I, V, 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783771"/>
            <a:ext cx="960120" cy="1143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F5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4</a:t>
            </a:r>
          </a:p>
          <a:p>
            <a:pPr algn="ctr"/>
            <a:r>
              <a:rPr sz="1200">
                <a:solidFill>
                  <a:schemeClr val="tx1"/>
                </a:solidFill>
              </a:rPr>
              <a:t>Hitung</a:t>
            </a:r>
          </a:p>
          <a:p>
            <a:pPr algn="ctr"/>
            <a:r>
              <a:rPr sz="1200">
                <a:solidFill>
                  <a:schemeClr val="tx1"/>
                </a:solidFill>
              </a:rPr>
              <a:t>C uF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70069" y="783771"/>
            <a:ext cx="1253692" cy="1143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F5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5 | Polling | RS485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79" y="783771"/>
            <a:ext cx="1253691" cy="1143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A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>
                <a:solidFill>
                  <a:schemeClr val="tx1"/>
                </a:solidFill>
              </a:rPr>
              <a:t>6 | Upload ke | 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2292532"/>
            <a:ext cx="246798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id-ID" sz="2000" b="1" dirty="0">
                <a:solidFill>
                  <a:srgbClr val="FF5B2D"/>
                </a:solidFill>
              </a:rPr>
              <a:t>STATE MACHINE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74320" y="2658291"/>
            <a:ext cx="3657599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20040" y="2841171"/>
            <a:ext cx="4206240" cy="15696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50">
                <a:solidFill>
                  <a:srgbClr val="000000"/>
                </a:solidFill>
              </a:defRPr>
            </a:pPr>
            <a:r>
              <a:rPr sz="1200" dirty="0"/>
              <a:t>-   WAIT: ESP32 </a:t>
            </a:r>
            <a:r>
              <a:rPr sz="1200" dirty="0" err="1"/>
              <a:t>pusat</a:t>
            </a:r>
            <a:r>
              <a:rPr sz="1200" dirty="0"/>
              <a:t> </a:t>
            </a:r>
            <a:r>
              <a:rPr sz="1200" dirty="0" err="1"/>
              <a:t>menunggu</a:t>
            </a:r>
            <a:r>
              <a:rPr sz="1200" dirty="0"/>
              <a:t> </a:t>
            </a:r>
            <a:r>
              <a:rPr sz="1200" dirty="0" err="1"/>
              <a:t>jadwal</a:t>
            </a:r>
            <a:r>
              <a:rPr sz="1200" dirty="0"/>
              <a:t> </a:t>
            </a:r>
            <a:r>
              <a:rPr sz="1200" dirty="0" err="1"/>
              <a:t>pengukuran</a:t>
            </a:r>
            <a:r>
              <a:rPr sz="1200" dirty="0"/>
              <a:t> </a:t>
            </a:r>
            <a:r>
              <a:rPr sz="1200" dirty="0" err="1"/>
              <a:t>setiap</a:t>
            </a:r>
            <a:r>
              <a:rPr sz="1200" dirty="0"/>
              <a:t> 1 jam.</a:t>
            </a:r>
          </a:p>
          <a:p>
            <a:r>
              <a:rPr sz="1200" dirty="0"/>
              <a:t>-   POLLING: ESP32 </a:t>
            </a:r>
            <a:r>
              <a:rPr sz="1200" dirty="0" err="1"/>
              <a:t>membaca</a:t>
            </a:r>
            <a:r>
              <a:rPr sz="1200" dirty="0"/>
              <a:t> PZEM address 0x01 </a:t>
            </a:r>
            <a:r>
              <a:rPr sz="1200" dirty="0" err="1"/>
              <a:t>sampai</a:t>
            </a:r>
            <a:r>
              <a:rPr sz="1200" dirty="0"/>
              <a:t> 0x0A </a:t>
            </a:r>
            <a:r>
              <a:rPr sz="1200" dirty="0" err="1"/>
              <a:t>melalui</a:t>
            </a:r>
            <a:r>
              <a:rPr sz="1200" dirty="0"/>
              <a:t> RS485.</a:t>
            </a:r>
          </a:p>
          <a:p>
            <a:r>
              <a:rPr sz="1200" dirty="0"/>
              <a:t>-   CALCULATE: </a:t>
            </a:r>
            <a:r>
              <a:rPr sz="1200" dirty="0" err="1"/>
              <a:t>sistem</a:t>
            </a:r>
            <a:r>
              <a:rPr sz="1200" dirty="0"/>
              <a:t> </a:t>
            </a:r>
            <a:r>
              <a:rPr sz="1200" dirty="0" err="1"/>
              <a:t>menghitung</a:t>
            </a:r>
            <a:r>
              <a:rPr sz="1200" dirty="0"/>
              <a:t> </a:t>
            </a:r>
            <a:r>
              <a:rPr sz="1200" dirty="0" err="1"/>
              <a:t>kapasitansi</a:t>
            </a:r>
            <a:r>
              <a:rPr sz="1200" dirty="0"/>
              <a:t>, error, dan status </a:t>
            </a:r>
            <a:r>
              <a:rPr sz="1200" dirty="0" err="1"/>
              <a:t>kapasitor</a:t>
            </a:r>
            <a:r>
              <a:rPr sz="1200" dirty="0"/>
              <a:t>.</a:t>
            </a:r>
          </a:p>
          <a:p>
            <a:r>
              <a:rPr sz="1200" dirty="0"/>
              <a:t>-   SEND: data </a:t>
            </a:r>
            <a:r>
              <a:rPr sz="1200" dirty="0" err="1"/>
              <a:t>seluruh</a:t>
            </a:r>
            <a:r>
              <a:rPr sz="1200" dirty="0"/>
              <a:t> motor </a:t>
            </a:r>
            <a:r>
              <a:rPr sz="1200" dirty="0" err="1"/>
              <a:t>dikirim</a:t>
            </a:r>
            <a:r>
              <a:rPr sz="1200" dirty="0"/>
              <a:t> </a:t>
            </a:r>
            <a:r>
              <a:rPr sz="1200" dirty="0" err="1"/>
              <a:t>ke</a:t>
            </a:r>
            <a:r>
              <a:rPr sz="1200" dirty="0"/>
              <a:t> dashboard web.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2276033"/>
            <a:ext cx="377731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id-ID" sz="2000" b="1" dirty="0">
                <a:solidFill>
                  <a:srgbClr val="FF5B2D"/>
                </a:solidFill>
              </a:rPr>
              <a:t>KEAMANAN PEMBACAAN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46320" y="2658291"/>
            <a:ext cx="365760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892040" y="2841171"/>
            <a:ext cx="3931920" cy="15696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50">
                <a:solidFill>
                  <a:srgbClr val="000000"/>
                </a:solidFill>
              </a:defRPr>
            </a:pPr>
            <a:r>
              <a:rPr sz="1200" dirty="0"/>
              <a:t>-   RS485 </a:t>
            </a:r>
            <a:r>
              <a:rPr sz="1200" dirty="0" err="1"/>
              <a:t>digunakan</a:t>
            </a:r>
            <a:r>
              <a:rPr sz="1200" dirty="0"/>
              <a:t> </a:t>
            </a:r>
            <a:r>
              <a:rPr sz="1200" dirty="0" err="1"/>
              <a:t>karena</a:t>
            </a:r>
            <a:r>
              <a:rPr sz="1200" dirty="0"/>
              <a:t> </a:t>
            </a:r>
            <a:r>
              <a:rPr sz="1200" dirty="0" err="1"/>
              <a:t>mesin</a:t>
            </a:r>
            <a:r>
              <a:rPr sz="1200" dirty="0"/>
              <a:t> </a:t>
            </a:r>
            <a:r>
              <a:rPr sz="1200" dirty="0" err="1"/>
              <a:t>memanjang</a:t>
            </a:r>
            <a:r>
              <a:rPr sz="1200" dirty="0"/>
              <a:t> dan </a:t>
            </a:r>
            <a:r>
              <a:rPr sz="1200" dirty="0" err="1"/>
              <a:t>lebih</a:t>
            </a:r>
            <a:r>
              <a:rPr sz="1200" dirty="0"/>
              <a:t> </a:t>
            </a:r>
            <a:r>
              <a:rPr sz="1200" dirty="0" err="1"/>
              <a:t>stabil</a:t>
            </a:r>
            <a:r>
              <a:rPr sz="1200" dirty="0"/>
              <a:t> </a:t>
            </a:r>
            <a:r>
              <a:rPr sz="1200" dirty="0" err="1"/>
              <a:t>dibanding</a:t>
            </a:r>
            <a:r>
              <a:rPr sz="1200" dirty="0"/>
              <a:t> UART </a:t>
            </a:r>
            <a:r>
              <a:rPr sz="1200" dirty="0" err="1"/>
              <a:t>panjang</a:t>
            </a:r>
            <a:r>
              <a:rPr sz="1200" dirty="0"/>
              <a:t>.</a:t>
            </a:r>
          </a:p>
          <a:p>
            <a:r>
              <a:rPr sz="1200" dirty="0"/>
              <a:t>-   PZEM </a:t>
            </a:r>
            <a:r>
              <a:rPr sz="1200" dirty="0" err="1"/>
              <a:t>tetap</a:t>
            </a:r>
            <a:r>
              <a:rPr sz="1200" dirty="0"/>
              <a:t> </a:t>
            </a:r>
            <a:r>
              <a:rPr sz="1200" dirty="0" err="1"/>
              <a:t>diletakkan</a:t>
            </a:r>
            <a:r>
              <a:rPr sz="1200" dirty="0"/>
              <a:t> </a:t>
            </a:r>
            <a:r>
              <a:rPr sz="1200" dirty="0" err="1"/>
              <a:t>dekat</a:t>
            </a:r>
            <a:r>
              <a:rPr sz="1200" dirty="0"/>
              <a:t> </a:t>
            </a:r>
            <a:r>
              <a:rPr sz="1200" dirty="0" err="1"/>
              <a:t>titik</a:t>
            </a:r>
            <a:r>
              <a:rPr sz="1200" dirty="0"/>
              <a:t> motor/</a:t>
            </a:r>
            <a:r>
              <a:rPr sz="1200" dirty="0" err="1"/>
              <a:t>cabang</a:t>
            </a:r>
            <a:r>
              <a:rPr sz="1200" dirty="0"/>
              <a:t> </a:t>
            </a:r>
            <a:r>
              <a:rPr sz="1200" dirty="0" err="1"/>
              <a:t>kapasitor</a:t>
            </a:r>
            <a:r>
              <a:rPr sz="1200" dirty="0"/>
              <a:t>.</a:t>
            </a:r>
          </a:p>
          <a:p>
            <a:r>
              <a:rPr sz="1200" dirty="0"/>
              <a:t>-   Kabel RS485 </a:t>
            </a:r>
            <a:r>
              <a:rPr sz="1200" dirty="0" err="1"/>
              <a:t>menggunakan</a:t>
            </a:r>
            <a:r>
              <a:rPr sz="1200" dirty="0"/>
              <a:t> </a:t>
            </a:r>
            <a:r>
              <a:rPr sz="1200" dirty="0" err="1"/>
              <a:t>topologi</a:t>
            </a:r>
            <a:r>
              <a:rPr sz="1200" dirty="0"/>
              <a:t> daisy-chain, </a:t>
            </a:r>
            <a:r>
              <a:rPr sz="1200" dirty="0" err="1"/>
              <a:t>bukan</a:t>
            </a:r>
            <a:r>
              <a:rPr sz="1200" dirty="0"/>
              <a:t> star.</a:t>
            </a:r>
          </a:p>
          <a:p>
            <a:r>
              <a:rPr sz="1200" dirty="0"/>
              <a:t>-   Fuse, enclosure, dan </a:t>
            </a:r>
            <a:r>
              <a:rPr sz="1200" dirty="0" err="1"/>
              <a:t>terminasi</a:t>
            </a:r>
            <a:r>
              <a:rPr sz="1200" dirty="0"/>
              <a:t> 120 ohm </a:t>
            </a:r>
            <a:r>
              <a:rPr sz="1200" dirty="0" err="1"/>
              <a:t>tetap</a:t>
            </a:r>
            <a:r>
              <a:rPr sz="1200" dirty="0"/>
              <a:t> </a:t>
            </a:r>
            <a:r>
              <a:rPr sz="1200" dirty="0" err="1"/>
              <a:t>digunakan</a:t>
            </a:r>
            <a:r>
              <a:rPr sz="1200" dirty="0"/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4D32C-4F3C-DC3B-DD40-87F5D4485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6C13663-511B-9B5C-6AB8-033FF78258AF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3A13C4-FD1B-9F8B-B1B6-378A25BAF051}"/>
              </a:ext>
            </a:extLst>
          </p:cNvPr>
          <p:cNvSpPr txBox="1"/>
          <p:nvPr/>
        </p:nvSpPr>
        <p:spPr>
          <a:xfrm>
            <a:off x="8641080" y="4882896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D30255-AD42-BFAD-65E4-C85F5B9BB1F0}"/>
              </a:ext>
            </a:extLst>
          </p:cNvPr>
          <p:cNvSpPr txBox="1"/>
          <p:nvPr/>
        </p:nvSpPr>
        <p:spPr>
          <a:xfrm>
            <a:off x="365760" y="2673983"/>
            <a:ext cx="8921931" cy="92333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id-ID" sz="5400" b="1" dirty="0">
                <a:solidFill>
                  <a:schemeClr val="bg1"/>
                </a:solidFill>
              </a:rPr>
              <a:t>ARSITEKTUR SISTEM</a:t>
            </a:r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FF9DE868-2021-6A51-CCF2-EFA7185BBB0C}"/>
              </a:ext>
            </a:extLst>
          </p:cNvPr>
          <p:cNvCxnSpPr/>
          <p:nvPr/>
        </p:nvCxnSpPr>
        <p:spPr>
          <a:xfrm>
            <a:off x="365760" y="3513909"/>
            <a:ext cx="8046720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40660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41080" y="4882896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00000"/>
                </a:solidFill>
              </a:rPr>
              <a:t>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81052" y="1156063"/>
            <a:ext cx="731520" cy="0"/>
          </a:xfrm>
          <a:prstGeom prst="line">
            <a:avLst/>
          </a:prstGeom>
          <a:ln w="1905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984172" y="1156063"/>
            <a:ext cx="731520" cy="0"/>
          </a:xfrm>
          <a:prstGeom prst="line">
            <a:avLst/>
          </a:prstGeom>
          <a:ln w="1905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812972" y="1156063"/>
            <a:ext cx="731520" cy="0"/>
          </a:xfrm>
          <a:prstGeom prst="line">
            <a:avLst/>
          </a:prstGeom>
          <a:ln w="1905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881052" y="2070463"/>
            <a:ext cx="731520" cy="0"/>
          </a:xfrm>
          <a:prstGeom prst="line">
            <a:avLst/>
          </a:prstGeom>
          <a:ln w="1905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84172" y="2070463"/>
            <a:ext cx="731520" cy="0"/>
          </a:xfrm>
          <a:prstGeom prst="line">
            <a:avLst/>
          </a:prstGeom>
          <a:ln w="1905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812972" y="2070463"/>
            <a:ext cx="731520" cy="0"/>
          </a:xfrm>
          <a:prstGeom prst="line">
            <a:avLst/>
          </a:prstGeom>
          <a:ln w="1905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881052" y="2984863"/>
            <a:ext cx="731520" cy="0"/>
          </a:xfrm>
          <a:prstGeom prst="line">
            <a:avLst/>
          </a:prstGeom>
          <a:ln w="1905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984172" y="2984863"/>
            <a:ext cx="731520" cy="0"/>
          </a:xfrm>
          <a:prstGeom prst="line">
            <a:avLst/>
          </a:prstGeom>
          <a:ln w="1905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812972" y="2984863"/>
            <a:ext cx="731520" cy="0"/>
          </a:xfrm>
          <a:prstGeom prst="line">
            <a:avLst/>
          </a:prstGeom>
          <a:ln w="1905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89412" y="317291"/>
            <a:ext cx="1920240" cy="5232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400" b="1" dirty="0"/>
              <a:t>Zona Motor 220 VAC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98272" y="470263"/>
            <a:ext cx="173736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400" b="1" dirty="0"/>
              <a:t>Meter Digital</a:t>
            </a:r>
            <a:endParaRPr sz="1400" b="1" dirty="0">
              <a:solidFill>
                <a:srgbClr val="FF5B2D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898572" y="307957"/>
            <a:ext cx="1828800" cy="5232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400" b="1" dirty="0"/>
              <a:t>PZEM + RS485 Node</a:t>
            </a:r>
            <a:endParaRPr sz="1400" b="1" dirty="0">
              <a:solidFill>
                <a:srgbClr val="FF5B2D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115992" y="413233"/>
            <a:ext cx="173736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400" b="1"/>
              <a:t>ESP32 Pusat</a:t>
            </a:r>
            <a:endParaRPr sz="1400" b="1" dirty="0">
              <a:solidFill>
                <a:srgbClr val="FF5B2D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326572" y="836023"/>
            <a:ext cx="150876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915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chemeClr val="tx1"/>
                </a:solidFill>
              </a:rPr>
              <a:t>Motor 01</a:t>
            </a:r>
          </a:p>
          <a:p>
            <a:pPr algn="ctr"/>
            <a:r>
              <a:rPr sz="1000">
                <a:solidFill>
                  <a:schemeClr val="tx1"/>
                </a:solidFill>
              </a:rPr>
              <a:t>Kapasitor 2 uF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12572" y="836023"/>
            <a:ext cx="132588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9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chemeClr val="tx1"/>
                </a:solidFill>
              </a:rPr>
              <a:t>PZEM-004T</a:t>
            </a:r>
          </a:p>
          <a:p>
            <a:pPr algn="ctr"/>
            <a:r>
              <a:rPr sz="1000">
                <a:solidFill>
                  <a:schemeClr val="tx1"/>
                </a:solidFill>
              </a:rPr>
              <a:t>I, V, 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32812" y="836023"/>
            <a:ext cx="123444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F5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chemeClr val="tx1"/>
                </a:solidFill>
              </a:rPr>
              <a:t>PZEM-004T + TTL-RS485</a:t>
            </a:r>
          </a:p>
          <a:p>
            <a:pPr algn="ctr"/>
            <a:r>
              <a:rPr sz="1000">
                <a:solidFill>
                  <a:schemeClr val="tx1"/>
                </a:solidFill>
              </a:rPr>
              <a:t>Address 0x01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7292" y="836023"/>
            <a:ext cx="91440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A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chemeClr val="tx1"/>
                </a:solidFill>
              </a:rPr>
              <a:t>RS485 Bus</a:t>
            </a:r>
          </a:p>
          <a:p>
            <a:pPr algn="ctr"/>
            <a:r>
              <a:rPr sz="1000">
                <a:solidFill>
                  <a:schemeClr val="tx1"/>
                </a:solidFill>
              </a:rPr>
              <a:t>Daisy-chain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13172" y="836023"/>
            <a:ext cx="114300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A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chemeClr val="tx1"/>
                </a:solidFill>
              </a:rPr>
              <a:t>Database +</a:t>
            </a:r>
          </a:p>
          <a:p>
            <a:pPr algn="ctr"/>
            <a:r>
              <a:rPr sz="1000">
                <a:solidFill>
                  <a:schemeClr val="tx1"/>
                </a:solidFill>
              </a:rPr>
              <a:t>Dashboard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6572" y="1750423"/>
            <a:ext cx="150876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915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chemeClr val="tx1"/>
                </a:solidFill>
              </a:rPr>
              <a:t>Motor 05</a:t>
            </a:r>
          </a:p>
          <a:p>
            <a:pPr algn="ctr"/>
            <a:r>
              <a:rPr sz="1000">
                <a:solidFill>
                  <a:schemeClr val="tx1"/>
                </a:solidFill>
              </a:rPr>
              <a:t>Kapasitor 2 uF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12572" y="1750423"/>
            <a:ext cx="132588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9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chemeClr val="tx1"/>
                </a:solidFill>
              </a:rPr>
              <a:t>PZEM-004T</a:t>
            </a:r>
          </a:p>
          <a:p>
            <a:pPr algn="ctr"/>
            <a:r>
              <a:rPr sz="1000">
                <a:solidFill>
                  <a:schemeClr val="tx1"/>
                </a:solidFill>
              </a:rPr>
              <a:t>I, V, f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32812" y="1750423"/>
            <a:ext cx="123444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F5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chemeClr val="tx1"/>
                </a:solidFill>
              </a:rPr>
              <a:t>PZEM-004T + TTL-RS485</a:t>
            </a:r>
          </a:p>
          <a:p>
            <a:pPr algn="ctr"/>
            <a:r>
              <a:rPr sz="1000">
                <a:solidFill>
                  <a:schemeClr val="tx1"/>
                </a:solidFill>
              </a:rPr>
              <a:t>Address 0x05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87292" y="1750423"/>
            <a:ext cx="91440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A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chemeClr val="tx1"/>
                </a:solidFill>
              </a:rPr>
              <a:t>ESP32 Pusat</a:t>
            </a:r>
          </a:p>
          <a:p>
            <a:pPr algn="ctr"/>
            <a:r>
              <a:rPr sz="1000">
                <a:solidFill>
                  <a:schemeClr val="tx1"/>
                </a:solidFill>
              </a:rPr>
              <a:t>Polling 10 PZEM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13172" y="1750423"/>
            <a:ext cx="114300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A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chemeClr val="tx1"/>
                </a:solidFill>
              </a:rPr>
              <a:t>Database +</a:t>
            </a:r>
          </a:p>
          <a:p>
            <a:pPr algn="ctr"/>
            <a:r>
              <a:rPr sz="1000">
                <a:solidFill>
                  <a:schemeClr val="tx1"/>
                </a:solidFill>
              </a:rPr>
              <a:t>Dashboard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6572" y="2664823"/>
            <a:ext cx="150876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915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chemeClr val="tx1"/>
                </a:solidFill>
              </a:rPr>
              <a:t>Motor 10</a:t>
            </a:r>
          </a:p>
          <a:p>
            <a:pPr algn="ctr"/>
            <a:r>
              <a:rPr sz="1000">
                <a:solidFill>
                  <a:schemeClr val="tx1"/>
                </a:solidFill>
              </a:rPr>
              <a:t>Kapasitor 2 uF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12572" y="2664823"/>
            <a:ext cx="132588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9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chemeClr val="tx1"/>
                </a:solidFill>
              </a:rPr>
              <a:t>PZEM-004T</a:t>
            </a:r>
          </a:p>
          <a:p>
            <a:pPr algn="ctr"/>
            <a:r>
              <a:rPr sz="1000">
                <a:solidFill>
                  <a:schemeClr val="tx1"/>
                </a:solidFill>
              </a:rPr>
              <a:t>I, V, f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32812" y="2664823"/>
            <a:ext cx="123444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F5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chemeClr val="tx1"/>
                </a:solidFill>
              </a:rPr>
              <a:t>PZEM-004T + TTL-RS485</a:t>
            </a:r>
          </a:p>
          <a:p>
            <a:pPr algn="ctr"/>
            <a:r>
              <a:rPr sz="1000">
                <a:solidFill>
                  <a:schemeClr val="tx1"/>
                </a:solidFill>
              </a:rPr>
              <a:t>Address 0x0A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87292" y="2664823"/>
            <a:ext cx="91440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A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chemeClr val="tx1"/>
                </a:solidFill>
              </a:rPr>
              <a:t>WiFi / LAN</a:t>
            </a:r>
          </a:p>
          <a:p>
            <a:pPr algn="ctr"/>
            <a:r>
              <a:rPr sz="1000">
                <a:solidFill>
                  <a:schemeClr val="tx1"/>
                </a:solidFill>
              </a:rPr>
              <a:t>Upload Data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13172" y="2664823"/>
            <a:ext cx="114300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A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chemeClr val="tx1"/>
                </a:solidFill>
              </a:rPr>
              <a:t>Database +</a:t>
            </a:r>
          </a:p>
          <a:p>
            <a:pPr algn="ctr"/>
            <a:r>
              <a:rPr sz="1000">
                <a:solidFill>
                  <a:schemeClr val="tx1"/>
                </a:solidFill>
              </a:rPr>
              <a:t>Dashboard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6572" y="3519787"/>
            <a:ext cx="242502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id-ID" sz="2000" b="1" dirty="0">
                <a:solidFill>
                  <a:srgbClr val="FF5B2D"/>
                </a:solidFill>
              </a:rPr>
              <a:t>PRINSIP UTAMA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26572" y="3899262"/>
            <a:ext cx="365760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26572" y="4063855"/>
            <a:ext cx="8046720" cy="73866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dirty="0" err="1"/>
              <a:t>Setiap</a:t>
            </a:r>
            <a:r>
              <a:rPr sz="1400" dirty="0"/>
              <a:t> motor </a:t>
            </a:r>
            <a:r>
              <a:rPr sz="1400" dirty="0" err="1"/>
              <a:t>tetap</a:t>
            </a:r>
            <a:r>
              <a:rPr sz="1400" dirty="0"/>
              <a:t> </a:t>
            </a:r>
            <a:r>
              <a:rPr sz="1400" dirty="0" err="1"/>
              <a:t>menggunakan</a:t>
            </a:r>
            <a:r>
              <a:rPr sz="1400" dirty="0"/>
              <a:t> </a:t>
            </a:r>
            <a:r>
              <a:rPr sz="1400" dirty="0" err="1"/>
              <a:t>satu</a:t>
            </a:r>
            <a:r>
              <a:rPr sz="1400" dirty="0"/>
              <a:t> PZEM-004T, </a:t>
            </a:r>
            <a:r>
              <a:rPr sz="1400" dirty="0" err="1"/>
              <a:t>tetapi</a:t>
            </a:r>
            <a:r>
              <a:rPr sz="1400" dirty="0"/>
              <a:t> </a:t>
            </a:r>
            <a:r>
              <a:rPr sz="1400" dirty="0" err="1"/>
              <a:t>seluruh</a:t>
            </a:r>
            <a:r>
              <a:rPr sz="1400" dirty="0"/>
              <a:t> data </a:t>
            </a:r>
            <a:r>
              <a:rPr sz="1400" dirty="0" err="1"/>
              <a:t>dalam</a:t>
            </a:r>
            <a:r>
              <a:rPr sz="1400" dirty="0"/>
              <a:t> </a:t>
            </a:r>
            <a:r>
              <a:rPr sz="1400" dirty="0" err="1"/>
              <a:t>satu</a:t>
            </a:r>
            <a:r>
              <a:rPr sz="1400" dirty="0"/>
              <a:t> </a:t>
            </a:r>
            <a:r>
              <a:rPr sz="1400" dirty="0" err="1"/>
              <a:t>mesin</a:t>
            </a:r>
            <a:r>
              <a:rPr sz="1400" dirty="0"/>
              <a:t> </a:t>
            </a:r>
            <a:r>
              <a:rPr sz="1400" dirty="0" err="1"/>
              <a:t>dibaca</a:t>
            </a:r>
            <a:r>
              <a:rPr sz="1400" dirty="0"/>
              <a:t> oleh </a:t>
            </a:r>
            <a:r>
              <a:rPr sz="1400" dirty="0" err="1"/>
              <a:t>satu</a:t>
            </a:r>
            <a:r>
              <a:rPr sz="1400" dirty="0"/>
              <a:t> ESP32 </a:t>
            </a:r>
            <a:r>
              <a:rPr sz="1400" dirty="0" err="1"/>
              <a:t>pusat</a:t>
            </a:r>
            <a:r>
              <a:rPr sz="1400" dirty="0"/>
              <a:t> </a:t>
            </a:r>
            <a:r>
              <a:rPr sz="1400" dirty="0" err="1"/>
              <a:t>melalui</a:t>
            </a:r>
            <a:r>
              <a:rPr sz="1400" dirty="0"/>
              <a:t> bus RS485. </a:t>
            </a:r>
            <a:r>
              <a:rPr sz="1400" dirty="0" err="1"/>
              <a:t>Topologi</a:t>
            </a:r>
            <a:r>
              <a:rPr sz="1400" dirty="0"/>
              <a:t> daisy-chain </a:t>
            </a:r>
            <a:r>
              <a:rPr sz="1400" dirty="0" err="1"/>
              <a:t>dipilih</a:t>
            </a:r>
            <a:r>
              <a:rPr sz="1400" dirty="0"/>
              <a:t> agar </a:t>
            </a:r>
            <a:r>
              <a:rPr sz="1400" dirty="0" err="1"/>
              <a:t>lebih</a:t>
            </a:r>
            <a:r>
              <a:rPr sz="1400" dirty="0"/>
              <a:t> </a:t>
            </a:r>
            <a:r>
              <a:rPr sz="1400" dirty="0" err="1"/>
              <a:t>stabil</a:t>
            </a:r>
            <a:r>
              <a:rPr sz="1400" dirty="0"/>
              <a:t> dan </a:t>
            </a:r>
            <a:r>
              <a:rPr sz="1400" dirty="0" err="1"/>
              <a:t>hemat</a:t>
            </a:r>
            <a:r>
              <a:rPr sz="1400" dirty="0"/>
              <a:t> </a:t>
            </a:r>
            <a:r>
              <a:rPr sz="1400" dirty="0" err="1"/>
              <a:t>biaya</a:t>
            </a:r>
            <a:r>
              <a:rPr sz="1400" dirty="0"/>
              <a:t> </a:t>
            </a:r>
            <a:r>
              <a:rPr sz="1400" dirty="0" err="1"/>
              <a:t>untuk</a:t>
            </a:r>
            <a:r>
              <a:rPr sz="1400" dirty="0"/>
              <a:t> </a:t>
            </a:r>
            <a:r>
              <a:rPr sz="1400" dirty="0" err="1"/>
              <a:t>mesin</a:t>
            </a:r>
            <a:r>
              <a:rPr sz="1400" dirty="0"/>
              <a:t> yang </a:t>
            </a:r>
            <a:r>
              <a:rPr sz="1400" dirty="0" err="1"/>
              <a:t>memanjang</a:t>
            </a:r>
            <a:r>
              <a:rPr sz="1400" dirty="0"/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E1CFD-D6E9-366F-39E9-6F5D71710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9D18336-8826-C6F7-74F5-6FE85AF9C75E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9942F1-73CB-EAF3-CD18-E7AB3289340B}"/>
              </a:ext>
            </a:extLst>
          </p:cNvPr>
          <p:cNvSpPr txBox="1"/>
          <p:nvPr/>
        </p:nvSpPr>
        <p:spPr>
          <a:xfrm>
            <a:off x="8641080" y="4882896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97851B-0A1E-61E9-2F87-BDB9D041F3A2}"/>
              </a:ext>
            </a:extLst>
          </p:cNvPr>
          <p:cNvSpPr txBox="1"/>
          <p:nvPr/>
        </p:nvSpPr>
        <p:spPr>
          <a:xfrm>
            <a:off x="365760" y="1818366"/>
            <a:ext cx="8921931" cy="175432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id-ID" sz="5400" b="1" dirty="0">
                <a:solidFill>
                  <a:schemeClr val="bg1"/>
                </a:solidFill>
              </a:rPr>
              <a:t>DAFTAR KOMPONEN UTAMA</a:t>
            </a:r>
            <a:r>
              <a:rPr lang="en-US" sz="5400" b="1" dirty="0">
                <a:solidFill>
                  <a:schemeClr val="bg1"/>
                </a:solidFill>
              </a:rPr>
              <a:t> PER MESIN</a:t>
            </a:r>
            <a:endParaRPr lang="id-ID" sz="5400" b="1" dirty="0">
              <a:solidFill>
                <a:schemeClr val="bg1"/>
              </a:solidFill>
            </a:endParaRPr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65AF9698-8F44-84BB-6618-F4981FC15FA3}"/>
              </a:ext>
            </a:extLst>
          </p:cNvPr>
          <p:cNvCxnSpPr/>
          <p:nvPr/>
        </p:nvCxnSpPr>
        <p:spPr>
          <a:xfrm>
            <a:off x="365760" y="3513909"/>
            <a:ext cx="8046720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93665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91064" y="4831397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00000"/>
                </a:solidFill>
              </a:rPr>
              <a:t>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9267470"/>
              </p:ext>
            </p:extLst>
          </p:nvPr>
        </p:nvGraphicFramePr>
        <p:xfrm>
          <a:off x="431074" y="229806"/>
          <a:ext cx="8259988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52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75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1703">
                  <a:extLst>
                    <a:ext uri="{9D8B030D-6E8A-4147-A177-3AD203B41FA5}">
                      <a16:colId xmlns:a16="http://schemas.microsoft.com/office/drawing/2014/main" val="2660945915"/>
                    </a:ext>
                  </a:extLst>
                </a:gridCol>
                <a:gridCol w="1182189">
                  <a:extLst>
                    <a:ext uri="{9D8B030D-6E8A-4147-A177-3AD203B41FA5}">
                      <a16:colId xmlns:a16="http://schemas.microsoft.com/office/drawing/2014/main" val="1066318544"/>
                    </a:ext>
                  </a:extLst>
                </a:gridCol>
                <a:gridCol w="744583">
                  <a:extLst>
                    <a:ext uri="{9D8B030D-6E8A-4147-A177-3AD203B41FA5}">
                      <a16:colId xmlns:a16="http://schemas.microsoft.com/office/drawing/2014/main" val="2268637253"/>
                    </a:ext>
                  </a:extLst>
                </a:gridCol>
                <a:gridCol w="2767056">
                  <a:extLst>
                    <a:ext uri="{9D8B030D-6E8A-4147-A177-3AD203B41FA5}">
                      <a16:colId xmlns:a16="http://schemas.microsoft.com/office/drawing/2014/main" val="309717588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sz="800"/>
                        <a:t>No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Komponen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Fungsi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Kuantitas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Harga Satuan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Total Harga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Link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700"/>
                        <a:t>1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/>
                        <a:t>ESP32 DevKit V1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/>
                        <a:t>Controller pusat, polling 10 PZEM dan mengirim data ke dashboard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/>
                        <a:t>1 pcs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/>
                        <a:t>Rp63.000 - Rp100.000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/>
                        <a:t>Rp63.000 - Rp100.000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/>
                        <a:t>Tokopedia / Shopee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700"/>
                        <a:t>2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/>
                        <a:t>PZEM-004T 10A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/>
                        <a:t>Membaca arus, tegangan, frekuensi, daya, dan power factor tiap motor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/>
                        <a:t>10 pcs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/>
                        <a:t>Rp65.000 - Rp80.000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/>
                        <a:t>Rp650.000 - Rp800.000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/>
                        <a:t>Tokopedia / Shopee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700"/>
                        <a:t>3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/>
                        <a:t>TTL-RS485 auto-direction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/>
                        <a:t>Konversi UART TTL PZEM/ESP32 ke bus RS485 daisy-chain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/>
                        <a:t>11 pcs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/>
                        <a:t>Rp6.000 - Rp25.000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/>
                        <a:t>Rp66.000 - Rp275.000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/>
                        <a:t>Tokopedia / Shopee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898E6-EA39-354F-694F-271575C84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9D5ED7-A39C-043A-D4A7-605B0C16DC0A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D60FA5-9144-774A-D050-76EEBC0D2239}"/>
              </a:ext>
            </a:extLst>
          </p:cNvPr>
          <p:cNvSpPr txBox="1"/>
          <p:nvPr/>
        </p:nvSpPr>
        <p:spPr>
          <a:xfrm>
            <a:off x="8691064" y="4831397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00000"/>
                </a:solidFill>
              </a:rPr>
              <a:t>9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A6083CA-AE9D-DC3D-5A51-3EEDE02A0E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0084711"/>
              </p:ext>
            </p:extLst>
          </p:nvPr>
        </p:nvGraphicFramePr>
        <p:xfrm>
          <a:off x="431076" y="147511"/>
          <a:ext cx="8276031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6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52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75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6407">
                  <a:extLst>
                    <a:ext uri="{9D8B030D-6E8A-4147-A177-3AD203B41FA5}">
                      <a16:colId xmlns:a16="http://schemas.microsoft.com/office/drawing/2014/main" val="2660945915"/>
                    </a:ext>
                  </a:extLst>
                </a:gridCol>
                <a:gridCol w="1087485">
                  <a:extLst>
                    <a:ext uri="{9D8B030D-6E8A-4147-A177-3AD203B41FA5}">
                      <a16:colId xmlns:a16="http://schemas.microsoft.com/office/drawing/2014/main" val="1066318544"/>
                    </a:ext>
                  </a:extLst>
                </a:gridCol>
                <a:gridCol w="744583">
                  <a:extLst>
                    <a:ext uri="{9D8B030D-6E8A-4147-A177-3AD203B41FA5}">
                      <a16:colId xmlns:a16="http://schemas.microsoft.com/office/drawing/2014/main" val="2268637253"/>
                    </a:ext>
                  </a:extLst>
                </a:gridCol>
                <a:gridCol w="2767056">
                  <a:extLst>
                    <a:ext uri="{9D8B030D-6E8A-4147-A177-3AD203B41FA5}">
                      <a16:colId xmlns:a16="http://schemas.microsoft.com/office/drawing/2014/main" val="309717588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sz="800"/>
                        <a:t>No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Komponen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Fungsi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Kuantitas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Harga Satuan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Total Harga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Link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28113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700"/>
                        <a:t>4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/>
                        <a:t>Power supply 5VDC 5A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/>
                        <a:t>Supply ESP32, PZEM, dan modul RS485 dalam 1 mesin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/>
                        <a:t>1 pcs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/>
                        <a:t>Rp80.000 - Rp150.000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/>
                        <a:t>Rp80.000 - Rp150.000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/>
                        <a:t>Marketplace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125706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700"/>
                        <a:t>5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/>
                        <a:t>Resistor terminasi 120Ω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/>
                        <a:t>Terminasi bus RS485 di dua ujung fisik jalur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/>
                        <a:t>2 pcs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/>
                        <a:t>Rp500 - Rp2.000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/>
                        <a:t>Rp1.000 - Rp4.000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/>
                        <a:t>Toko elektronik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280951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700"/>
                        <a:t>6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/>
                        <a:t>Fuse + terminal block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/>
                        <a:t>Proteksi supply dan titik sambungan bus A/B/5V/GND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/>
                        <a:t>1 set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/>
                        <a:t>Rp50.000 - Rp120.000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/>
                        <a:t>Rp50.000 - Rp120.000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/>
                        <a:t>Marketplace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522399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700"/>
                        <a:t>7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/>
                        <a:t>Box node + kabel RS485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/>
                        <a:t>Enclosure node PZEM dan kabel twisted pair shielded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/>
                        <a:t>10 set + kabel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/>
                        <a:t>Rp80.000 - Rp150.000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/>
                        <a:t>Rp800.000 - Rp1.500.000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/>
                        <a:t>Marketplace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71324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73899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B58CE-B085-4AA1-6316-785991252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8D1D88-CD37-595D-40C2-DD0F5DCC90DA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A72D85-C15A-DF9C-3D23-DD5FA98B43A8}"/>
              </a:ext>
            </a:extLst>
          </p:cNvPr>
          <p:cNvSpPr txBox="1"/>
          <p:nvPr/>
        </p:nvSpPr>
        <p:spPr>
          <a:xfrm>
            <a:off x="8641080" y="4882896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A949AC-F2B1-2462-DE35-BB5DDF443FBA}"/>
              </a:ext>
            </a:extLst>
          </p:cNvPr>
          <p:cNvSpPr txBox="1"/>
          <p:nvPr/>
        </p:nvSpPr>
        <p:spPr>
          <a:xfrm>
            <a:off x="365760" y="1818366"/>
            <a:ext cx="8921931" cy="175432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id-ID" sz="5400" b="1" dirty="0">
                <a:solidFill>
                  <a:schemeClr val="bg1"/>
                </a:solidFill>
              </a:rPr>
              <a:t>DASHBOARD WEB MONITORING</a:t>
            </a:r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01DADA4B-CAC1-57F9-EC8F-725848941F28}"/>
              </a:ext>
            </a:extLst>
          </p:cNvPr>
          <p:cNvCxnSpPr/>
          <p:nvPr/>
        </p:nvCxnSpPr>
        <p:spPr>
          <a:xfrm>
            <a:off x="365760" y="3513909"/>
            <a:ext cx="8046720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76964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9EBD2-822A-BECC-CC8C-EB0F3FE44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744C081-E684-1763-875B-8A2CA59895E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0D82B5-0FF1-B713-09D9-D31A667445FE}"/>
              </a:ext>
            </a:extLst>
          </p:cNvPr>
          <p:cNvSpPr txBox="1"/>
          <p:nvPr/>
        </p:nvSpPr>
        <p:spPr>
          <a:xfrm>
            <a:off x="8641080" y="4882896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00000"/>
                </a:solidFill>
              </a:rPr>
              <a:t>10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CB9885-6602-FAF9-B643-4D9676420A80}"/>
              </a:ext>
            </a:extLst>
          </p:cNvPr>
          <p:cNvSpPr txBox="1"/>
          <p:nvPr/>
        </p:nvSpPr>
        <p:spPr>
          <a:xfrm>
            <a:off x="2801052" y="521179"/>
            <a:ext cx="308469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id-ID" sz="1600" b="1" dirty="0">
                <a:solidFill>
                  <a:srgbClr val="FF5B2D"/>
                </a:solidFill>
              </a:rPr>
              <a:t>TAMPILAN GRID 30 M</a:t>
            </a:r>
            <a:r>
              <a:rPr lang="en-US" sz="1600" b="1" dirty="0">
                <a:solidFill>
                  <a:srgbClr val="FF5B2D"/>
                </a:solidFill>
              </a:rPr>
              <a:t>ESIN</a:t>
            </a:r>
            <a:endParaRPr lang="id-ID" sz="1600" b="1" dirty="0">
              <a:solidFill>
                <a:srgbClr val="FF5B2D"/>
              </a:solidFill>
            </a:endParaRPr>
          </a:p>
        </p:txBody>
      </p: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670CF9AB-2E3E-05B7-F82C-F5E78C6D21F3}"/>
              </a:ext>
            </a:extLst>
          </p:cNvPr>
          <p:cNvCxnSpPr/>
          <p:nvPr/>
        </p:nvCxnSpPr>
        <p:spPr>
          <a:xfrm>
            <a:off x="2348044" y="859733"/>
            <a:ext cx="384048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01284457-C5C3-3281-5E81-9D37BF5D54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227" y="948842"/>
            <a:ext cx="7703545" cy="3934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2893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8755685" y="4475161"/>
            <a:ext cx="29687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dirty="0">
                <a:solidFill>
                  <a:srgbClr val="000000"/>
                </a:solidFill>
              </a:rPr>
              <a:t>1</a:t>
            </a:r>
            <a:r>
              <a:rPr lang="en-US" sz="1000" dirty="0">
                <a:solidFill>
                  <a:srgbClr val="000000"/>
                </a:solidFill>
              </a:rPr>
              <a:t>1</a:t>
            </a:r>
            <a:endParaRPr sz="1000" dirty="0">
              <a:solidFill>
                <a:srgbClr val="000000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2638298" y="462366"/>
            <a:ext cx="386740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id-ID" b="1" dirty="0">
                <a:solidFill>
                  <a:srgbClr val="FF5B2D"/>
                </a:solidFill>
              </a:rPr>
              <a:t>SAAT KOTAK </a:t>
            </a:r>
            <a:r>
              <a:rPr lang="en-US" b="1" dirty="0">
                <a:solidFill>
                  <a:srgbClr val="FF5B2D"/>
                </a:solidFill>
              </a:rPr>
              <a:t>MESIN DITEKAN</a:t>
            </a:r>
            <a:endParaRPr lang="id-ID" b="1" dirty="0">
              <a:solidFill>
                <a:srgbClr val="FF5B2D"/>
              </a:solidFill>
            </a:endParaRPr>
          </a:p>
        </p:txBody>
      </p:sp>
      <p:cxnSp>
        <p:nvCxnSpPr>
          <p:cNvPr id="53" name="Connector 52"/>
          <p:cNvCxnSpPr/>
          <p:nvPr/>
        </p:nvCxnSpPr>
        <p:spPr>
          <a:xfrm>
            <a:off x="2651760" y="780351"/>
            <a:ext cx="384048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58D3A5D1-02E5-58AF-DED4-B307442E2B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899" y="831698"/>
            <a:ext cx="7736201" cy="39035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326E8-5925-9099-28F0-E39D411A3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3B399DE-E4A7-B31A-0E93-8D5F5CCA68B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8D47B2-ABDF-43F5-38D9-6C1AA3D8D2C2}"/>
              </a:ext>
            </a:extLst>
          </p:cNvPr>
          <p:cNvSpPr txBox="1"/>
          <p:nvPr/>
        </p:nvSpPr>
        <p:spPr>
          <a:xfrm>
            <a:off x="8725227" y="4475161"/>
            <a:ext cx="327334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dirty="0">
                <a:solidFill>
                  <a:srgbClr val="000000"/>
                </a:solidFill>
              </a:rPr>
              <a:t>1</a:t>
            </a:r>
            <a:r>
              <a:rPr lang="en-US" sz="1000" dirty="0">
                <a:solidFill>
                  <a:srgbClr val="000000"/>
                </a:solidFill>
              </a:rPr>
              <a:t>2</a:t>
            </a:r>
            <a:endParaRPr sz="1000" dirty="0">
              <a:solidFill>
                <a:srgbClr val="000000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823B05D-2E04-C37E-D81F-266E319F6712}"/>
              </a:ext>
            </a:extLst>
          </p:cNvPr>
          <p:cNvSpPr txBox="1"/>
          <p:nvPr/>
        </p:nvSpPr>
        <p:spPr>
          <a:xfrm>
            <a:off x="2585461" y="462366"/>
            <a:ext cx="397307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id-ID" b="1" dirty="0">
                <a:solidFill>
                  <a:srgbClr val="FF5B2D"/>
                </a:solidFill>
              </a:rPr>
              <a:t>SAAT KOTAK </a:t>
            </a:r>
            <a:r>
              <a:rPr lang="en-US" b="1" dirty="0">
                <a:solidFill>
                  <a:srgbClr val="FF5B2D"/>
                </a:solidFill>
              </a:rPr>
              <a:t>MOTOR DITEKAN</a:t>
            </a:r>
            <a:endParaRPr lang="id-ID" b="1" dirty="0">
              <a:solidFill>
                <a:srgbClr val="FF5B2D"/>
              </a:solidFill>
            </a:endParaRPr>
          </a:p>
        </p:txBody>
      </p:sp>
      <p:cxnSp>
        <p:nvCxnSpPr>
          <p:cNvPr id="53" name="Connector 52">
            <a:extLst>
              <a:ext uri="{FF2B5EF4-FFF2-40B4-BE49-F238E27FC236}">
                <a16:creationId xmlns:a16="http://schemas.microsoft.com/office/drawing/2014/main" id="{BAE7DF99-ACC3-96C9-48FE-BF5466533D6F}"/>
              </a:ext>
            </a:extLst>
          </p:cNvPr>
          <p:cNvCxnSpPr/>
          <p:nvPr/>
        </p:nvCxnSpPr>
        <p:spPr>
          <a:xfrm>
            <a:off x="2651760" y="780351"/>
            <a:ext cx="384048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E57939B3-CAC4-D534-5CDC-C68E70CD25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498" y="831698"/>
            <a:ext cx="8001000" cy="4063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1762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E127F-6ED3-EF6C-1C31-ECF6A0766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3FDE85A-AF2F-1DAC-B1E5-1AEE51BE2AC5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EC3AE3-1196-04C7-CAF5-486257C1A0F4}"/>
              </a:ext>
            </a:extLst>
          </p:cNvPr>
          <p:cNvSpPr txBox="1"/>
          <p:nvPr/>
        </p:nvSpPr>
        <p:spPr>
          <a:xfrm>
            <a:off x="8641080" y="4882896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6D5AC8-B13E-2894-6CC3-CBC6DFF97CEE}"/>
              </a:ext>
            </a:extLst>
          </p:cNvPr>
          <p:cNvSpPr txBox="1"/>
          <p:nvPr/>
        </p:nvSpPr>
        <p:spPr>
          <a:xfrm>
            <a:off x="365760" y="1008469"/>
            <a:ext cx="8921931" cy="2585323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id-ID" sz="5400" b="1" dirty="0">
                <a:solidFill>
                  <a:schemeClr val="bg1"/>
                </a:solidFill>
              </a:rPr>
              <a:t>RENCANA IMPLEMENTASI &amp; OUTPUT</a:t>
            </a:r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FD9419AE-BC6A-DA2E-4E58-6AF8F33F71F8}"/>
              </a:ext>
            </a:extLst>
          </p:cNvPr>
          <p:cNvCxnSpPr/>
          <p:nvPr/>
        </p:nvCxnSpPr>
        <p:spPr>
          <a:xfrm>
            <a:off x="365760" y="3513909"/>
            <a:ext cx="8046720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54498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733242" y="4882896"/>
            <a:ext cx="31931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000000"/>
                </a:solidFill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22959"/>
            <a:ext cx="377667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id-ID" sz="2000" b="1" dirty="0">
                <a:solidFill>
                  <a:srgbClr val="FF5B2D"/>
                </a:solidFill>
              </a:rPr>
              <a:t>TAHAPAN IMPLEMENTASI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0040" y="1188719"/>
            <a:ext cx="402336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02920" y="1325880"/>
            <a:ext cx="320040" cy="274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F5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1" y="1306286"/>
            <a:ext cx="3474720" cy="27699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200" dirty="0" err="1"/>
              <a:t>Validasi</a:t>
            </a:r>
            <a:r>
              <a:rPr sz="1200" dirty="0"/>
              <a:t> PZEM-004T pada 1 motor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28800"/>
            <a:ext cx="320040" cy="274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F5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1" y="1809206"/>
            <a:ext cx="3474720" cy="27699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200"/>
              <a:t>Uji komunikasi PZEM via RS485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331720"/>
            <a:ext cx="320040" cy="274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F5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1" y="2312126"/>
            <a:ext cx="3474720" cy="27699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200"/>
              <a:t>Polling 10 alamat PZEM oleh 1 ESP32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834640"/>
            <a:ext cx="320040" cy="274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F5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1" y="2815046"/>
            <a:ext cx="3474720" cy="27699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200"/>
              <a:t>Dashboard + historical trend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337560"/>
            <a:ext cx="320040" cy="274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F5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1" y="3317966"/>
            <a:ext cx="3474720" cy="27699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200"/>
              <a:t>Uji interval 1 jam di mesin memanjang</a:t>
            </a:r>
            <a:endParaRPr sz="1200" b="0" dirty="0">
              <a:solidFill>
                <a:srgbClr val="00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709160" y="822959"/>
            <a:ext cx="421750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id-ID" sz="2000" b="1" dirty="0">
                <a:solidFill>
                  <a:srgbClr val="FF5B2D"/>
                </a:solidFill>
              </a:rPr>
              <a:t>OUTPUT YANG DIHARAPKAN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709160" y="1188719"/>
            <a:ext cx="384048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754880" y="1201782"/>
            <a:ext cx="3931920" cy="25453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50000"/>
              </a:lnSpc>
              <a:defRPr sz="1300">
                <a:solidFill>
                  <a:srgbClr val="000000"/>
                </a:solidFill>
              </a:defRPr>
            </a:pPr>
            <a:r>
              <a:rPr sz="1200" dirty="0"/>
              <a:t>-   Nilai </a:t>
            </a:r>
            <a:r>
              <a:rPr sz="1200" dirty="0" err="1"/>
              <a:t>kapasitansi</a:t>
            </a:r>
            <a:r>
              <a:rPr sz="1200" dirty="0"/>
              <a:t> </a:t>
            </a:r>
            <a:r>
              <a:rPr sz="1200" dirty="0" err="1"/>
              <a:t>tiap</a:t>
            </a:r>
            <a:r>
              <a:rPr sz="1200" dirty="0"/>
              <a:t> motor </a:t>
            </a:r>
            <a:r>
              <a:rPr sz="1200" dirty="0" err="1"/>
              <a:t>dalam</a:t>
            </a:r>
            <a:r>
              <a:rPr sz="1200" dirty="0"/>
              <a:t> </a:t>
            </a:r>
            <a:r>
              <a:rPr sz="1200" dirty="0" err="1"/>
              <a:t>satuan</a:t>
            </a:r>
            <a:r>
              <a:rPr sz="1200" dirty="0"/>
              <a:t> </a:t>
            </a:r>
            <a:r>
              <a:rPr sz="1200" dirty="0" err="1"/>
              <a:t>uF</a:t>
            </a:r>
            <a:r>
              <a:rPr sz="1200" dirty="0"/>
              <a:t>.</a:t>
            </a:r>
          </a:p>
          <a:p>
            <a:pPr>
              <a:lnSpc>
                <a:spcPct val="150000"/>
              </a:lnSpc>
            </a:pPr>
            <a:r>
              <a:rPr sz="1200" dirty="0"/>
              <a:t>-   Status Normal / Warning / Danger </a:t>
            </a:r>
            <a:r>
              <a:rPr sz="1200" dirty="0" err="1"/>
              <a:t>berdasarkan</a:t>
            </a:r>
            <a:r>
              <a:rPr sz="1200" dirty="0"/>
              <a:t> 2 </a:t>
            </a:r>
            <a:r>
              <a:rPr sz="1200" dirty="0" err="1"/>
              <a:t>uF</a:t>
            </a:r>
            <a:r>
              <a:rPr sz="1200" dirty="0"/>
              <a:t> </a:t>
            </a:r>
            <a:r>
              <a:rPr sz="1200" dirty="0" err="1"/>
              <a:t>dengan</a:t>
            </a:r>
            <a:r>
              <a:rPr sz="1200" dirty="0"/>
              <a:t> batas 5% dan 10%.</a:t>
            </a:r>
          </a:p>
          <a:p>
            <a:pPr>
              <a:lnSpc>
                <a:spcPct val="150000"/>
              </a:lnSpc>
            </a:pPr>
            <a:r>
              <a:rPr sz="1200" dirty="0"/>
              <a:t>-   Data </a:t>
            </a:r>
            <a:r>
              <a:rPr sz="1200" dirty="0" err="1"/>
              <a:t>historis</a:t>
            </a:r>
            <a:r>
              <a:rPr sz="1200" dirty="0"/>
              <a:t> </a:t>
            </a:r>
            <a:r>
              <a:rPr sz="1200" dirty="0" err="1"/>
              <a:t>pengukuran</a:t>
            </a:r>
            <a:r>
              <a:rPr sz="1200" dirty="0"/>
              <a:t> </a:t>
            </a:r>
            <a:r>
              <a:rPr sz="1200" dirty="0" err="1"/>
              <a:t>setiap</a:t>
            </a:r>
            <a:r>
              <a:rPr sz="1200" dirty="0"/>
              <a:t> 1 jam </a:t>
            </a:r>
            <a:r>
              <a:rPr sz="1200" dirty="0" err="1"/>
              <a:t>untuk</a:t>
            </a:r>
            <a:r>
              <a:rPr sz="1200" dirty="0"/>
              <a:t> preventive/predictive maintenance.</a:t>
            </a:r>
          </a:p>
          <a:p>
            <a:pPr>
              <a:lnSpc>
                <a:spcPct val="150000"/>
              </a:lnSpc>
            </a:pPr>
            <a:r>
              <a:rPr sz="1200" dirty="0"/>
              <a:t>-   1 ESP32 </a:t>
            </a:r>
            <a:r>
              <a:rPr sz="1200" dirty="0" err="1"/>
              <a:t>pusat</a:t>
            </a:r>
            <a:r>
              <a:rPr sz="1200" dirty="0"/>
              <a:t> </a:t>
            </a:r>
            <a:r>
              <a:rPr sz="1200" dirty="0" err="1"/>
              <a:t>untuk</a:t>
            </a:r>
            <a:r>
              <a:rPr sz="1200" dirty="0"/>
              <a:t> 10 motor </a:t>
            </a:r>
            <a:r>
              <a:rPr sz="1200" dirty="0" err="1"/>
              <a:t>sehingga</a:t>
            </a:r>
            <a:r>
              <a:rPr sz="1200" dirty="0"/>
              <a:t> </a:t>
            </a:r>
            <a:r>
              <a:rPr sz="1200" dirty="0" err="1"/>
              <a:t>biaya</a:t>
            </a:r>
            <a:r>
              <a:rPr sz="1200" dirty="0"/>
              <a:t> controller </a:t>
            </a:r>
            <a:r>
              <a:rPr sz="1200" dirty="0" err="1"/>
              <a:t>lebih</a:t>
            </a:r>
            <a:r>
              <a:rPr sz="1200" dirty="0"/>
              <a:t> </a:t>
            </a:r>
            <a:r>
              <a:rPr sz="1200" dirty="0" err="1"/>
              <a:t>efisien</a:t>
            </a:r>
            <a:r>
              <a:rPr sz="1200" dirty="0"/>
              <a:t>.</a:t>
            </a:r>
          </a:p>
          <a:p>
            <a:pPr>
              <a:lnSpc>
                <a:spcPct val="150000"/>
              </a:lnSpc>
            </a:pPr>
            <a:r>
              <a:rPr sz="1200" dirty="0"/>
              <a:t>-   </a:t>
            </a:r>
            <a:r>
              <a:rPr sz="1200" dirty="0" err="1"/>
              <a:t>Komunikasi</a:t>
            </a:r>
            <a:r>
              <a:rPr sz="1200" dirty="0"/>
              <a:t> RS485 daisy-chain </a:t>
            </a:r>
            <a:r>
              <a:rPr sz="1200" dirty="0" err="1"/>
              <a:t>untuk</a:t>
            </a:r>
            <a:r>
              <a:rPr sz="1200" dirty="0"/>
              <a:t> </a:t>
            </a:r>
            <a:r>
              <a:rPr sz="1200" dirty="0" err="1"/>
              <a:t>mesin</a:t>
            </a:r>
            <a:r>
              <a:rPr sz="1200" dirty="0"/>
              <a:t> </a:t>
            </a:r>
            <a:r>
              <a:rPr sz="1200" dirty="0" err="1"/>
              <a:t>memanjang</a:t>
            </a:r>
            <a:r>
              <a:rPr sz="1200" dirty="0"/>
              <a:t>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0" y="3840480"/>
            <a:ext cx="3657600" cy="914400"/>
          </a:xfrm>
          <a:prstGeom prst="rect">
            <a:avLst/>
          </a:prstGeom>
          <a:solidFill>
            <a:srgbClr val="ECEAE6"/>
          </a:solidFill>
          <a:ln w="19050">
            <a:solidFill>
              <a:srgbClr val="00A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1" name="TextBox 20"/>
          <p:cNvSpPr txBox="1"/>
          <p:nvPr/>
        </p:nvSpPr>
        <p:spPr>
          <a:xfrm>
            <a:off x="4864608" y="3950208"/>
            <a:ext cx="3438144" cy="27699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200" b="1">
                <a:solidFill>
                  <a:srgbClr val="696969"/>
                </a:solidFill>
              </a:rPr>
              <a:t>Benefit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64608" y="4224528"/>
            <a:ext cx="3438144" cy="27699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200"/>
              <a:t>Biaya lebih efisien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Bekaert 16-9">
  <a:themeElements>
    <a:clrScheme name="Bold New Bekaert">
      <a:dk1>
        <a:srgbClr val="000000"/>
      </a:dk1>
      <a:lt1>
        <a:srgbClr val="FFFFFF"/>
      </a:lt1>
      <a:dk2>
        <a:srgbClr val="D7D2CB"/>
      </a:dk2>
      <a:lt2>
        <a:srgbClr val="F5F3F2"/>
      </a:lt2>
      <a:accent1>
        <a:srgbClr val="01ADEF"/>
      </a:accent1>
      <a:accent2>
        <a:srgbClr val="FF602C"/>
      </a:accent2>
      <a:accent3>
        <a:srgbClr val="5E7D53"/>
      </a:accent3>
      <a:accent4>
        <a:srgbClr val="106C8D"/>
      </a:accent4>
      <a:accent5>
        <a:srgbClr val="9F6340"/>
      </a:accent5>
      <a:accent6>
        <a:srgbClr val="EBE9E5"/>
      </a:accent6>
      <a:hlink>
        <a:srgbClr val="01ADEF"/>
      </a:hlink>
      <a:folHlink>
        <a:srgbClr val="01ADEF"/>
      </a:folHlink>
    </a:clrScheme>
    <a:fontScheme name="Bekaert">
      <a:majorFont>
        <a:latin typeface="Bekaert Headline"/>
        <a:ea typeface=""/>
        <a:cs typeface=""/>
      </a:majorFont>
      <a:minorFont>
        <a:latin typeface="Bekaert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<a:prstTxWarp prst="textNoShape">
          <a:avLst/>
        </a:prstTxWarp>
        <a:noAutofit/>
      </a:bodyPr>
      <a:lstStyle>
        <a:defPPr algn="l">
          <a:lnSpc>
            <a:spcPct val="130000"/>
          </a:lnSpc>
          <a:defRPr sz="1200" b="0" i="0" dirty="0" err="1" smtClean="0">
            <a:solidFill>
              <a:schemeClr val="bg1"/>
            </a:solidFill>
            <a:latin typeface="+mn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2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lnSpc>
            <a:spcPct val="130000"/>
          </a:lnSpc>
          <a:spcAft>
            <a:spcPts val="800"/>
          </a:spcAft>
          <a:buClr>
            <a:schemeClr val="accent1"/>
          </a:buClr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Bekaert Template.potx" id="{C3DC2113-13BB-4AA1-92DD-60FE8E8D6388}" vid="{41E9FD52-EBB4-4728-A506-221858BBC2FF}"/>
    </a:ext>
  </a:extLst>
</a:theme>
</file>

<file path=ppt/theme/theme2.xml><?xml version="1.0" encoding="utf-8"?>
<a:theme xmlns:a="http://schemas.openxmlformats.org/drawingml/2006/main" name="Office Theme">
  <a:themeElements>
    <a:clrScheme name="Bold New Bekaert">
      <a:dk1>
        <a:srgbClr val="000000"/>
      </a:dk1>
      <a:lt1>
        <a:srgbClr val="FFFFFF"/>
      </a:lt1>
      <a:dk2>
        <a:srgbClr val="D7D2CB"/>
      </a:dk2>
      <a:lt2>
        <a:srgbClr val="F5F3F2"/>
      </a:lt2>
      <a:accent1>
        <a:srgbClr val="01ADEF"/>
      </a:accent1>
      <a:accent2>
        <a:srgbClr val="FF602C"/>
      </a:accent2>
      <a:accent3>
        <a:srgbClr val="5E7D53"/>
      </a:accent3>
      <a:accent4>
        <a:srgbClr val="106C8D"/>
      </a:accent4>
      <a:accent5>
        <a:srgbClr val="9F6340"/>
      </a:accent5>
      <a:accent6>
        <a:srgbClr val="EBE9E5"/>
      </a:accent6>
      <a:hlink>
        <a:srgbClr val="01ADEF"/>
      </a:hlink>
      <a:folHlink>
        <a:srgbClr val="01ADEF"/>
      </a:folHlink>
    </a:clrScheme>
    <a:fontScheme name="Bekaert">
      <a:majorFont>
        <a:latin typeface="Bekaert Headline"/>
        <a:ea typeface=""/>
        <a:cs typeface=""/>
      </a:majorFont>
      <a:minorFont>
        <a:latin typeface="Bekaert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old New Bekaert">
      <a:dk1>
        <a:srgbClr val="000000"/>
      </a:dk1>
      <a:lt1>
        <a:srgbClr val="FFFFFF"/>
      </a:lt1>
      <a:dk2>
        <a:srgbClr val="D7D2CB"/>
      </a:dk2>
      <a:lt2>
        <a:srgbClr val="F5F3F2"/>
      </a:lt2>
      <a:accent1>
        <a:srgbClr val="01ADEF"/>
      </a:accent1>
      <a:accent2>
        <a:srgbClr val="FF602C"/>
      </a:accent2>
      <a:accent3>
        <a:srgbClr val="5E7D53"/>
      </a:accent3>
      <a:accent4>
        <a:srgbClr val="106C8D"/>
      </a:accent4>
      <a:accent5>
        <a:srgbClr val="9F6340"/>
      </a:accent5>
      <a:accent6>
        <a:srgbClr val="EBE9E5"/>
      </a:accent6>
      <a:hlink>
        <a:srgbClr val="01ADEF"/>
      </a:hlink>
      <a:folHlink>
        <a:srgbClr val="01ADEF"/>
      </a:folHlink>
    </a:clrScheme>
    <a:fontScheme name="Bekaert">
      <a:majorFont>
        <a:latin typeface="Bekaert Headline"/>
        <a:ea typeface=""/>
        <a:cs typeface=""/>
      </a:majorFont>
      <a:minorFont>
        <a:latin typeface="Bekaert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E3BBC77-6C8D-4F96-BD4A-7EBE9C4FC3AF}">
  <we:reference id="wa200002492" version="1.0.0.3" store="en-US" storeType="OMEX"/>
  <we:alternateReferences>
    <we:reference id="WA200002492" version="1.0.0.3" store="WA200002492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QuestionText xmlns="c1157586-506c-47f7-af62-8a4ffee0d374" xsi:nil="true"/>
    <_Flow_SignoffStatus xmlns="c1157586-506c-47f7-af62-8a4ffee0d374" xsi:nil="true"/>
    <TaxCatchAll xmlns="1a62c9fc-ae80-4627-9940-e6a1d8694fe3" xsi:nil="true"/>
    <lcf76f155ced4ddcb4097134ff3c332f xmlns="c1157586-506c-47f7-af62-8a4ffee0d374">
      <Terms xmlns="http://schemas.microsoft.com/office/infopath/2007/PartnerControls"/>
    </lcf76f155ced4ddcb4097134ff3c332f>
    <Area xmlns="c1157586-506c-47f7-af62-8a4ffee0d374" xsi:nil="true"/>
    <QuestionDate xmlns="c1157586-506c-47f7-af62-8a4ffee0d374" xsi:nil="true"/>
    <QuestionChoice xmlns="c1157586-506c-47f7-af62-8a4ffee0d374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23653EED20D4049BE73FA4DFC0C757E" ma:contentTypeVersion="27" ma:contentTypeDescription="Create a new document." ma:contentTypeScope="" ma:versionID="6cda908bc844ad6a0fb64a82927b9163">
  <xsd:schema xmlns:xsd="http://www.w3.org/2001/XMLSchema" xmlns:xs="http://www.w3.org/2001/XMLSchema" xmlns:p="http://schemas.microsoft.com/office/2006/metadata/properties" xmlns:ns2="c1157586-506c-47f7-af62-8a4ffee0d374" xmlns:ns3="1a62c9fc-ae80-4627-9940-e6a1d8694fe3" targetNamespace="http://schemas.microsoft.com/office/2006/metadata/properties" ma:root="true" ma:fieldsID="446f716b589bf69999d94b4190989404" ns2:_="" ns3:_="">
    <xsd:import namespace="c1157586-506c-47f7-af62-8a4ffee0d374"/>
    <xsd:import namespace="1a62c9fc-ae80-4627-9940-e6a1d8694fe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_Flow_SignoffStatus" minOccurs="0"/>
                <xsd:element ref="ns2:Area" minOccurs="0"/>
                <xsd:element ref="ns2:QuestionChoice" minOccurs="0"/>
                <xsd:element ref="ns2:QuestionText" minOccurs="0"/>
                <xsd:element ref="ns2:QuestionDate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157586-506c-47f7-af62-8a4ffee0d37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6e24e200-518f-4e5f-a8b5-96763afa415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_Flow_SignoffStatus" ma:index="24" nillable="true" ma:displayName="Sign-off status" ma:internalName="Sign_x002d_off_x0020_status">
      <xsd:simpleType>
        <xsd:restriction base="dms:Text"/>
      </xsd:simpleType>
    </xsd:element>
    <xsd:element name="Area" ma:index="25" nillable="true" ma:displayName="Area" ma:format="Dropdown" ma:internalName="Area">
      <xsd:simpleType>
        <xsd:restriction base="dms:Choice">
          <xsd:enumeration value="C&amp;B"/>
          <xsd:enumeration value="DD"/>
          <xsd:enumeration value="INFRA"/>
          <xsd:enumeration value="IPH"/>
          <xsd:enumeration value="PROC"/>
          <xsd:enumeration value="WWD"/>
          <xsd:enumeration value="GENERAL"/>
        </xsd:restriction>
      </xsd:simpleType>
    </xsd:element>
    <xsd:element name="QuestionChoice" ma:index="26" nillable="true" ma:displayName="Question Choice" ma:format="Dropdown" ma:internalName="QuestionChoice">
      <xsd:simpleType>
        <xsd:restriction base="dms:Text">
          <xsd:maxLength value="255"/>
        </xsd:restriction>
      </xsd:simpleType>
    </xsd:element>
    <xsd:element name="QuestionText" ma:index="27" nillable="true" ma:displayName="Question Text" ma:format="Dropdown" ma:internalName="QuestionText">
      <xsd:simpleType>
        <xsd:restriction base="dms:Text">
          <xsd:maxLength value="255"/>
        </xsd:restriction>
      </xsd:simpleType>
    </xsd:element>
    <xsd:element name="QuestionDate" ma:index="28" nillable="true" ma:displayName="Question Date" ma:format="Dropdown" ma:internalName="QuestionDate">
      <xsd:simpleType>
        <xsd:restriction base="dms:Text">
          <xsd:maxLength value="255"/>
        </xsd:restriction>
      </xsd:simpleType>
    </xsd:element>
    <xsd:element name="MediaServiceObjectDetectorVersions" ma:index="29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3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3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62c9fc-ae80-4627-9940-e6a1d8694fe3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721ce113-e953-47d7-aa69-ba7451fc0d99}" ma:internalName="TaxCatchAll" ma:showField="CatchAllData" ma:web="1a62c9fc-ae80-4627-9940-e6a1d8694fe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00A5AB3-D99A-4FD1-965F-E9E1007CA5D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B480660-C03D-44FC-B02E-7DCF2F22EFCF}">
  <ds:schemaRefs>
    <ds:schemaRef ds:uri="http://purl.org/dc/terms/"/>
    <ds:schemaRef ds:uri="1a62c9fc-ae80-4627-9940-e6a1d8694fe3"/>
    <ds:schemaRef ds:uri="c1157586-506c-47f7-af62-8a4ffee0d374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714A1566-2886-4E41-AB85-E96A3722A3FB}">
  <ds:schemaRefs>
    <ds:schemaRef ds:uri="1a62c9fc-ae80-4627-9940-e6a1d8694fe3"/>
    <ds:schemaRef ds:uri="c1157586-506c-47f7-af62-8a4ffee0d37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91136ced-0f10-41c6-ad9e-c2614b9ab5ad}" enabled="1" method="Standard" siteId="{d9e53fd4-13d7-4ca7-a602-14173f4df0c8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649</TotalTime>
  <Words>1064</Words>
  <Application>Microsoft Office PowerPoint</Application>
  <PresentationFormat>On-screen Show (16:9)</PresentationFormat>
  <Paragraphs>252</Paragraphs>
  <Slides>21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Courier New</vt:lpstr>
      <vt:lpstr>Symbol</vt:lpstr>
      <vt:lpstr>Bekaert Text</vt:lpstr>
      <vt:lpstr>Arial</vt:lpstr>
      <vt:lpstr>Bekaert Headline</vt:lpstr>
      <vt:lpstr>Wingdings</vt:lpstr>
      <vt:lpstr>Bekaert 16-9</vt:lpstr>
      <vt:lpstr>think-cell Slide</vt:lpstr>
      <vt:lpstr>Sistem Monitoring
Kapasitansi Kapasitor Motor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Ade Suhendar</dc:creator>
  <cp:lastModifiedBy>Andre Rizm</cp:lastModifiedBy>
  <cp:revision>14</cp:revision>
  <dcterms:created xsi:type="dcterms:W3CDTF">2022-11-07T13:46:31Z</dcterms:created>
  <dcterms:modified xsi:type="dcterms:W3CDTF">2026-07-20T01:27:19Z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argetEmployeeGroup">
    <vt:lpwstr/>
  </property>
  <property fmtid="{D5CDD505-2E9C-101B-9397-08002B2CF9AE}" pid="3" name="TargetGeographicalArea">
    <vt:lpwstr/>
  </property>
  <property fmtid="{D5CDD505-2E9C-101B-9397-08002B2CF9AE}" pid="4" name="ContentTypeId">
    <vt:lpwstr>0x010100D23653EED20D4049BE73FA4DFC0C757E</vt:lpwstr>
  </property>
  <property fmtid="{D5CDD505-2E9C-101B-9397-08002B2CF9AE}" pid="5" name="TargetFunctionalArea">
    <vt:lpwstr/>
  </property>
  <property fmtid="{D5CDD505-2E9C-101B-9397-08002B2CF9AE}" pid="6" name="TargetPlatform">
    <vt:lpwstr/>
  </property>
  <property fmtid="{D5CDD505-2E9C-101B-9397-08002B2CF9AE}" pid="7" name="TargetLanguage">
    <vt:lpwstr/>
  </property>
  <property fmtid="{D5CDD505-2E9C-101B-9397-08002B2CF9AE}" pid="8" name="_dlc_DocIdItemGuid">
    <vt:lpwstr>c287c0a5-0032-4d18-b0be-e300543b195e</vt:lpwstr>
  </property>
  <property fmtid="{D5CDD505-2E9C-101B-9397-08002B2CF9AE}" pid="9" name="BekaertClassification">
    <vt:lpwstr>Bekaert Restricted Information</vt:lpwstr>
  </property>
  <property fmtid="{D5CDD505-2E9C-101B-9397-08002B2CF9AE}" pid="10" name="TitusGUID">
    <vt:lpwstr>63d589a8-eca7-431b-8d72-60be08e50785</vt:lpwstr>
  </property>
  <property fmtid="{D5CDD505-2E9C-101B-9397-08002B2CF9AE}" pid="11" name="MediaServiceImageTags">
    <vt:lpwstr/>
  </property>
</Properties>
</file>